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9" r:id="rId2"/>
    <p:sldId id="260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배열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배열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동일한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구성된 연속된 자료의 집합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(Collection)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연속된 기억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공간을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사용 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자바의 배열은 힙 메모리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 타입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할당 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구성요소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배열요소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double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크기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 요소의 개수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[], [7]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     -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크기에 따라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배열과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배열 이상의 다차원 배열로 구분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 공간을 사용하므로 이름이 있어야 재사용 가능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배열의 선언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또는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첨자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배열요소의 위치를 나타내는 인덱스로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부터 시작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배열의 사용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용도 예시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:100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정수형 자료를 처리하기 위해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100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변수 선언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?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 선언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 할당      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 요소의 이용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 data;        	data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[100];      	data[0] = 10;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배열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661899"/>
            <a:ext cx="82809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데이터 개수는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length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라는 속성으로 제공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.length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메모리 구조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492896"/>
            <a:ext cx="6696744" cy="1219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323528" y="3717032"/>
            <a:ext cx="82809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일반 배열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정적 배열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장점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접근 방법이 쉽다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일반 배열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정적 배열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단점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 시 크기를 결정하면 이후에 변경되지 않는다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연속된 메모리 공간을 사용하므로 연속된 빈 공간이 없으면 생성할 수 없다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데이터를 정렬해두지 않으면 검색 속도가 느리다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데이터의 삽입과 삭제가 어렵다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(OneArray.java)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OneArray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[]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 = {10,20,30};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&lt;</a:t>
            </a:r>
            <a:r>
              <a:rPr lang="en-US" altLang="ko-KR" sz="1400" dirty="0" err="1" smtClean="0"/>
              <a:t>ar.length</a:t>
            </a:r>
            <a:r>
              <a:rPr lang="en-US" altLang="ko-KR" sz="1400" dirty="0" smtClean="0"/>
              <a:t>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["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"]=" +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540" r="78346" b="39400"/>
          <a:stretch>
            <a:fillRect/>
          </a:stretch>
        </p:blipFill>
        <p:spPr bwMode="auto">
          <a:xfrm>
            <a:off x="2699792" y="3429000"/>
            <a:ext cx="2952328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다차원 배열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이상의 배열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배열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크기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행과 열로 구분해서 표현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 선언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[][]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또는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[][];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생성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배열의 메모리 할당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new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행의크기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][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열의크기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];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[][] a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[2][3];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열의 배열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&lt;2x3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요소의 접근은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행번호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][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열번호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]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a.length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a[0].length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배열의 선언과 동시에 초기화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자료형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[][]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배열명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 {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초기화 리스트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[][] a = {{1,2},{3,4},{5,6}}; &lt;3x2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행열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차원 이상의 배열은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 ]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개수가 늘어난 배열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(DoubleArray.java)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DoubleArray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[][]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 = { { 10, 20 }, { 30, 40 } };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j;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</a:t>
            </a:r>
            <a:r>
              <a:rPr lang="en-US" altLang="ko-KR" sz="1400" dirty="0" err="1" smtClean="0"/>
              <a:t>ar.length</a:t>
            </a:r>
            <a:r>
              <a:rPr lang="en-US" altLang="ko-KR" sz="1400" dirty="0" smtClean="0"/>
              <a:t>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for (j = 0; j &lt;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].length; j++)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  " +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][j]);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4175" t="49995" r="76966" b="42395"/>
          <a:stretch>
            <a:fillRect/>
          </a:stretch>
        </p:blipFill>
        <p:spPr bwMode="auto">
          <a:xfrm>
            <a:off x="5220072" y="1268760"/>
            <a:ext cx="230425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가변 배열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자바는 배열을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처리하므로 가변 배열 선언이 가능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면 또는 행 등이 크기가 가변적인 것을 뜻함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&gt; 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[][]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[3][];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[0]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[1]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[1]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[2]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 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var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[2] = new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int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[3]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-(VariableArray.java)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VariableArray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[][]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[3][];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j = 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[0] = new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[1];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[1] = new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[2];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[2] = new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[1];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[0][0] = 10;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[1][0] = 20;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[1][1] = 30;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[2][0] = 40;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</a:t>
            </a:r>
            <a:r>
              <a:rPr lang="en-US" altLang="ko-KR" sz="1400" dirty="0" err="1" smtClean="0"/>
              <a:t>ar.length</a:t>
            </a:r>
            <a:r>
              <a:rPr lang="en-US" altLang="ko-KR" sz="1400" dirty="0" smtClean="0"/>
              <a:t>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for (j = 0; j &lt;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].length; j++)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["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"]" + "[" + j + "]=" +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][j] + " ");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4175" t="49995" r="68009" b="39400"/>
          <a:stretch>
            <a:fillRect/>
          </a:stretch>
        </p:blipFill>
        <p:spPr bwMode="auto">
          <a:xfrm>
            <a:off x="4499992" y="1700808"/>
            <a:ext cx="3528392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정렬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정렬은 데이터를 순서대로 나열하는 것을 의미합니다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정렬방식은 작은 것부터 큰 순서대로 나열하는 오름차순 정렬과 큰 것에서 작은 순서대로 나열하는 내림차순 정렬이 있고 정렬을 하는 방법은 여러 가지가 있습니다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선택정렬은 첫 번째 자리부터 마지막에서 두 번째 자리까지 자신보다 뒤에 있는 모든 자리들과 비교해서 다음 자료가 작으면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요소의 자리를 변경해주면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ex)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 상태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50  40  10  20  30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1Pass		10  50  40  20  30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2Pass		10  20  50  40  30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3Pass		10  20  30  50  40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4Pass		10  20  30  40  50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자리를 기준으로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2,3,4,5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자리와 비교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자리는 제외하고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자리를 기준으로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3,4,5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자리와 비교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자리를 기준으로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4,5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자리와 비교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자리를 기준으로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5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자리와 비교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요소 자리 변경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(SWAP)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swap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temp = a;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 = b;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 = temp;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하면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임시 변수를 만들어서 먼저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자료의 값을 임시 변수에 넣고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자료의 값을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자리로 복사하고 임시 변수에 들어있는 내용을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변수에 복사해 주면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선택 정렬</a:t>
            </a:r>
            <a:r>
              <a:rPr lang="en-US" altLang="ko-KR" sz="2800" dirty="0" smtClean="0"/>
              <a:t>(SelectionSort.java)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SelectionSort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test[] = {20, 30, 40, 50, 10};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i,j</a:t>
            </a:r>
            <a:r>
              <a:rPr lang="en-US" altLang="ko-KR" sz="1400" dirty="0" smtClean="0"/>
              <a:t>, temp;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정렬 전</a:t>
            </a:r>
            <a:r>
              <a:rPr lang="en-US" altLang="ko-KR" sz="1400" dirty="0" smtClean="0"/>
              <a:t>");	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=0;i&lt;5;i++){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((i+1) + "</a:t>
            </a:r>
            <a:r>
              <a:rPr lang="ko-KR" altLang="en-US" sz="1400" dirty="0" smtClean="0"/>
              <a:t>번째 데이터</a:t>
            </a:r>
            <a:r>
              <a:rPr lang="en-US" altLang="ko-KR" sz="1400" dirty="0" smtClean="0"/>
              <a:t>" + 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 	for(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=0;i&lt;4;i++){</a:t>
            </a:r>
          </a:p>
          <a:p>
            <a:pPr>
              <a:buNone/>
            </a:pPr>
            <a:r>
              <a:rPr lang="en-US" altLang="ko-KR" sz="1400" dirty="0" smtClean="0"/>
              <a:t>			for(j=i+1; j&lt;5; j++)</a:t>
            </a:r>
          </a:p>
          <a:p>
            <a:pPr>
              <a:buNone/>
            </a:pPr>
            <a:r>
              <a:rPr lang="en-US" altLang="ko-KR" sz="1400" dirty="0" smtClean="0"/>
              <a:t>			{</a:t>
            </a:r>
          </a:p>
          <a:p>
            <a:pPr>
              <a:buNone/>
            </a:pPr>
            <a:r>
              <a:rPr lang="en-US" altLang="ko-KR" sz="1400" dirty="0" smtClean="0"/>
              <a:t>				if(test[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 &lt; test[j])</a:t>
            </a:r>
          </a:p>
          <a:p>
            <a:pPr>
              <a:buNone/>
            </a:pPr>
            <a:r>
              <a:rPr lang="en-US" altLang="ko-KR" sz="1400" dirty="0" smtClean="0"/>
              <a:t>				{</a:t>
            </a:r>
          </a:p>
          <a:p>
            <a:pPr>
              <a:buNone/>
            </a:pPr>
            <a:r>
              <a:rPr lang="en-US" altLang="ko-KR" sz="1400" dirty="0" smtClean="0"/>
              <a:t>					temp = 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];</a:t>
            </a:r>
          </a:p>
          <a:p>
            <a:pPr>
              <a:buNone/>
            </a:pPr>
            <a:r>
              <a:rPr lang="en-US" altLang="ko-KR" sz="1400" dirty="0" smtClean="0"/>
              <a:t>					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 = test[j];</a:t>
            </a:r>
          </a:p>
          <a:p>
            <a:pPr>
              <a:buNone/>
            </a:pPr>
            <a:r>
              <a:rPr lang="en-US" altLang="ko-KR" sz="1400" dirty="0" smtClean="0"/>
              <a:t>					test[j] = temp;</a:t>
            </a:r>
          </a:p>
          <a:p>
            <a:pPr>
              <a:buNone/>
            </a:pPr>
            <a:r>
              <a:rPr lang="en-US" altLang="ko-KR" sz="1400" dirty="0" smtClean="0"/>
              <a:t>				}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 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252" r="70470" b="21508"/>
          <a:stretch>
            <a:fillRect/>
          </a:stretch>
        </p:blipFill>
        <p:spPr bwMode="auto">
          <a:xfrm>
            <a:off x="6444208" y="1052736"/>
            <a:ext cx="2448272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선택 정렬</a:t>
            </a:r>
            <a:r>
              <a:rPr lang="en-US" altLang="ko-KR" sz="2800" dirty="0" smtClean="0"/>
              <a:t>(SelectionSort.java)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 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("=====================");</a:t>
            </a:r>
          </a:p>
          <a:p>
            <a:pPr>
              <a:buNone/>
            </a:pPr>
            <a:r>
              <a:rPr lang="en-US" altLang="ko-KR" sz="1400" dirty="0" smtClean="0"/>
              <a:t>	 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("=====================");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정렬 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=0;i&lt;5;i++)</a:t>
            </a:r>
          </a:p>
          <a:p>
            <a:pPr>
              <a:buNone/>
            </a:pPr>
            <a:r>
              <a:rPr lang="en-US" altLang="ko-KR" sz="1400" dirty="0" smtClean="0"/>
              <a:t>	 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((i+1) + "</a:t>
            </a:r>
            <a:r>
              <a:rPr lang="ko-KR" altLang="en-US" sz="1400" dirty="0" smtClean="0"/>
              <a:t>번째 데이터</a:t>
            </a:r>
            <a:r>
              <a:rPr lang="en-US" altLang="ko-KR" sz="1400" dirty="0" smtClean="0"/>
              <a:t>" + 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정렬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버블 정렬은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개의 데이터가 있을 때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부터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n-1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번째 자료까지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n-1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번 동안 다음 자료와 비교해가면서 정렬하는 방법입니다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버블 정렬의 효과를 높이기 위해서는 비교 시 횟수만큼 빼면서 정렬하면 성능을 높일 수 있고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flag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 등을 이용해서 자리 바꿈이 일어나지 않을 때 멈추게 하면 성능을 더욱 향상 시킬 수 있습니다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</p:txBody>
      </p:sp>
      <p:pic>
        <p:nvPicPr>
          <p:cNvPr id="7170" name="Picture 2" descr="사용자 삽입 이미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2492896"/>
            <a:ext cx="3988321" cy="4088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버블 정렬</a:t>
            </a:r>
            <a:r>
              <a:rPr lang="en-US" altLang="ko-KR" sz="2800" dirty="0" smtClean="0"/>
              <a:t>(BubbleSort.java)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BubbleSort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test[] = { 20, 30, 40, 50, 10 };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j, temp, flag;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정렬 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5;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+ 1) + "</a:t>
            </a:r>
            <a:r>
              <a:rPr lang="ko-KR" altLang="en-US" sz="1400" dirty="0" smtClean="0"/>
              <a:t>번째 데이터</a:t>
            </a:r>
            <a:r>
              <a:rPr lang="en-US" altLang="ko-KR" sz="1400" dirty="0" smtClean="0"/>
              <a:t>" + 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4;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flag = 0;</a:t>
            </a:r>
          </a:p>
          <a:p>
            <a:pPr>
              <a:buNone/>
            </a:pPr>
            <a:r>
              <a:rPr lang="en-US" altLang="ko-KR" sz="1400" dirty="0" smtClean="0"/>
              <a:t>			for (j = 0; j &lt; 4 -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 j++) {</a:t>
            </a:r>
          </a:p>
          <a:p>
            <a:pPr>
              <a:buNone/>
            </a:pPr>
            <a:r>
              <a:rPr lang="en-US" altLang="ko-KR" sz="1400" dirty="0" smtClean="0"/>
              <a:t>				if (test[j] &lt; test[j + 1]) {</a:t>
            </a:r>
          </a:p>
          <a:p>
            <a:pPr>
              <a:buNone/>
            </a:pPr>
            <a:r>
              <a:rPr lang="en-US" altLang="ko-KR" sz="1400" dirty="0" smtClean="0"/>
              <a:t>					temp = test[j];</a:t>
            </a:r>
          </a:p>
          <a:p>
            <a:pPr>
              <a:buNone/>
            </a:pPr>
            <a:r>
              <a:rPr lang="en-US" altLang="ko-KR" sz="1400" dirty="0" smtClean="0"/>
              <a:t>					test[j] = test[j + 1];</a:t>
            </a:r>
          </a:p>
          <a:p>
            <a:pPr>
              <a:buNone/>
            </a:pPr>
            <a:r>
              <a:rPr lang="en-US" altLang="ko-KR" sz="1400" dirty="0" smtClean="0"/>
              <a:t>					test[j + 1] = temp;</a:t>
            </a:r>
          </a:p>
          <a:p>
            <a:pPr>
              <a:buNone/>
            </a:pPr>
            <a:r>
              <a:rPr lang="en-US" altLang="ko-KR" sz="1400" dirty="0" smtClean="0"/>
              <a:t>					flag = 1;</a:t>
            </a:r>
          </a:p>
          <a:p>
            <a:pPr>
              <a:buNone/>
            </a:pPr>
            <a:r>
              <a:rPr lang="en-US" altLang="ko-KR" sz="1400" dirty="0" smtClean="0"/>
              <a:t>				}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3495" r="70470" b="20750"/>
          <a:stretch>
            <a:fillRect/>
          </a:stretch>
        </p:blipFill>
        <p:spPr bwMode="auto">
          <a:xfrm>
            <a:off x="4932040" y="1196752"/>
            <a:ext cx="252028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버블 정렬</a:t>
            </a:r>
            <a:r>
              <a:rPr lang="en-US" altLang="ko-KR" sz="2800" dirty="0" smtClean="0"/>
              <a:t>(BubbleSort.java)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		if (flag == 0) {</a:t>
            </a:r>
          </a:p>
          <a:p>
            <a:pPr>
              <a:buNone/>
            </a:pPr>
            <a:r>
              <a:rPr lang="en-US" altLang="ko-KR" sz="1400" dirty="0" smtClean="0"/>
              <a:t>				break;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("=====================");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("=====================");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정렬 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5;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+ 1) + "</a:t>
            </a:r>
            <a:r>
              <a:rPr lang="ko-KR" altLang="en-US" sz="1400" dirty="0" smtClean="0"/>
              <a:t>번째 데이터</a:t>
            </a:r>
            <a:r>
              <a:rPr lang="en-US" altLang="ko-KR" sz="1400" dirty="0" smtClean="0"/>
              <a:t>" + test[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순차 검색은 데이터가 정렬되어 있지 않은 경우 첫 번째 데이터부터 마지막 데이터까지 모두 검색해서 찾는 방법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정리되지 않은 서랍에서 물건을 찾는 경우와 동일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평균 비교 횟수가 데이터가 있을 확률을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0.5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라고 한다면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0.5 * n + 0.5 * n / 2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데이터가 많거나 찾고자 하는 데이터가 배열에 없는 경우가 많을 경우 매우 비 효율적인 방법</a:t>
            </a: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순차검색</a:t>
            </a:r>
            <a:r>
              <a:rPr lang="en-US" altLang="ko-KR" sz="2800" dirty="0" smtClean="0"/>
              <a:t>(SequentialSearch.java)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47527"/>
            <a:ext cx="8229600" cy="494982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import </a:t>
            </a:r>
            <a:r>
              <a:rPr lang="en-US" altLang="ko-KR" sz="1400" dirty="0" err="1" smtClean="0"/>
              <a:t>java.io.BufferedReader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import </a:t>
            </a:r>
            <a:r>
              <a:rPr lang="en-US" altLang="ko-KR" sz="1400" dirty="0" err="1" smtClean="0"/>
              <a:t>java.io.InputStreamReader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SequentialSearch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[] = { 23, 47, 19, 63, 57, 26, 75, 73, 82, 89, 47, 11 };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, num;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key=0, index = 0;</a:t>
            </a:r>
          </a:p>
          <a:p>
            <a:pPr>
              <a:buNone/>
            </a:pPr>
            <a:r>
              <a:rPr lang="en-US" altLang="ko-KR" sz="1400" dirty="0" smtClean="0"/>
              <a:t>		num = </a:t>
            </a:r>
            <a:r>
              <a:rPr lang="en-US" altLang="ko-KR" sz="1400" dirty="0" err="1" smtClean="0"/>
              <a:t>ar.length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BufferedReader</a:t>
            </a:r>
            <a:r>
              <a:rPr lang="en-US" altLang="ko-KR" sz="1400" dirty="0" smtClean="0"/>
              <a:t> in = new </a:t>
            </a:r>
            <a:r>
              <a:rPr lang="en-US" altLang="ko-KR" sz="1400" dirty="0" err="1" smtClean="0"/>
              <a:t>BufferedReader</a:t>
            </a:r>
            <a:r>
              <a:rPr lang="en-US" altLang="ko-KR" sz="1400" dirty="0" smtClean="0"/>
              <a:t>(new </a:t>
            </a:r>
            <a:r>
              <a:rPr lang="en-US" altLang="ko-KR" sz="1400" dirty="0" err="1" smtClean="0"/>
              <a:t>InputStreamReader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System.in</a:t>
            </a:r>
            <a:r>
              <a:rPr lang="en-US" altLang="ko-KR" sz="1400" dirty="0" smtClean="0"/>
              <a:t>));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찾고자 하는 숫자를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자리로 입력하세요</a:t>
            </a:r>
            <a:r>
              <a:rPr lang="en-US" altLang="ko-KR" sz="1400" dirty="0" smtClean="0"/>
              <a:t>: ");</a:t>
            </a:r>
          </a:p>
          <a:p>
            <a:pPr>
              <a:buNone/>
            </a:pPr>
            <a:r>
              <a:rPr lang="en-US" altLang="ko-KR" sz="1400" dirty="0" smtClean="0"/>
              <a:t>		try {</a:t>
            </a:r>
          </a:p>
          <a:p>
            <a:pPr>
              <a:buNone/>
            </a:pPr>
            <a:r>
              <a:rPr lang="en-US" altLang="ko-KR" sz="1400" dirty="0" smtClean="0"/>
              <a:t>			key = </a:t>
            </a:r>
            <a:r>
              <a:rPr lang="en-US" altLang="ko-KR" sz="1400" dirty="0" err="1" smtClean="0"/>
              <a:t>Integer.parseInt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in.readLine</a:t>
            </a:r>
            <a:r>
              <a:rPr lang="en-US" altLang="ko-KR" sz="1400" dirty="0" smtClean="0"/>
              <a:t>());			</a:t>
            </a:r>
          </a:p>
          <a:p>
            <a:pPr>
              <a:buNone/>
            </a:pPr>
            <a:r>
              <a:rPr lang="en-US" altLang="ko-KR" sz="1400" dirty="0" smtClean="0"/>
              <a:t>		} catch (Exception e)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 오류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60429" b="40445"/>
          <a:stretch>
            <a:fillRect/>
          </a:stretch>
        </p:blipFill>
        <p:spPr bwMode="auto">
          <a:xfrm>
            <a:off x="5868144" y="1052736"/>
            <a:ext cx="3024336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 l="14765" t="49995" r="61020" b="40915"/>
          <a:stretch>
            <a:fillRect/>
          </a:stretch>
        </p:blipFill>
        <p:spPr bwMode="auto">
          <a:xfrm>
            <a:off x="5868144" y="1988840"/>
            <a:ext cx="295232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순차검색</a:t>
            </a:r>
            <a:r>
              <a:rPr lang="en-US" altLang="ko-KR" sz="2800" dirty="0" smtClean="0"/>
              <a:t>(SequentialSearch.java)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num;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if (</a:t>
            </a:r>
            <a:r>
              <a:rPr lang="en-US" altLang="ko-KR" sz="1400" dirty="0" err="1" smtClean="0"/>
              <a:t>ar</a:t>
            </a:r>
            <a:r>
              <a:rPr lang="en-US" altLang="ko-KR" sz="1400" dirty="0" smtClean="0"/>
              <a:t>[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] == key) {</a:t>
            </a:r>
          </a:p>
          <a:p>
            <a:pPr>
              <a:buNone/>
            </a:pPr>
            <a:r>
              <a:rPr lang="en-US" altLang="ko-KR" sz="1400" dirty="0" smtClean="0"/>
              <a:t>				index =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+ 1;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if (index == 0)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찾고자 하는 값이 없습니다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else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찾는 값은 </a:t>
            </a:r>
            <a:r>
              <a:rPr lang="en-US" altLang="ko-KR" sz="1400" dirty="0" smtClean="0"/>
              <a:t>" + index + "</a:t>
            </a:r>
            <a:r>
              <a:rPr lang="ko-KR" altLang="en-US" sz="1400" dirty="0" smtClean="0"/>
              <a:t>번째에 있습니다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412776"/>
            <a:ext cx="828092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이분 검색은 데이터가 정렬되어 있는 경우 중앙 값과 비교해서 작으면 왼쪽으로 크면 오른쪽으로 이동해서 검색하는 방법입니다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1)low = 0, high = n(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데이터의 개수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)-1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초기화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무한 반복 문에서 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low &gt; high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데이터가 없는 것이므로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break;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low &gt; high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아니면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middle = (low + high)/2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해서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middle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값을 찾는다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검색 값과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data[middle]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 비교해서 같으면 찾은 것이므로 출력하고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break;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검색 값이 중앙값보다 크다면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low = middle +1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작다면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high = middle -1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해서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loop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돌리면 됩니다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이분검색</a:t>
            </a:r>
            <a:r>
              <a:rPr lang="en-US" altLang="ko-KR" sz="2800" dirty="0" smtClean="0"/>
              <a:t>(BinarySearch.java)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47527"/>
            <a:ext cx="8229600" cy="494982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import </a:t>
            </a:r>
            <a:r>
              <a:rPr lang="en-US" altLang="ko-KR" sz="1400" dirty="0" err="1" smtClean="0"/>
              <a:t>java.io.BufferedReader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import </a:t>
            </a:r>
            <a:r>
              <a:rPr lang="en-US" altLang="ko-KR" sz="1400" dirty="0" err="1" smtClean="0"/>
              <a:t>java.io.InputStreamReader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BinarySearch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data[] = { 11, 16, 21, 26, 35, 39, 47};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k = 0, </a:t>
            </a:r>
            <a:r>
              <a:rPr lang="en-US" altLang="ko-KR" sz="1400" dirty="0" err="1" smtClean="0"/>
              <a:t>cnt</a:t>
            </a:r>
            <a:r>
              <a:rPr lang="en-US" altLang="ko-KR" sz="1400" dirty="0" smtClean="0"/>
              <a:t> = 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low = 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high = data.length-1;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middle;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BufferedReader</a:t>
            </a:r>
            <a:r>
              <a:rPr lang="en-US" altLang="ko-KR" sz="1400" dirty="0" smtClean="0"/>
              <a:t> in = new </a:t>
            </a:r>
            <a:r>
              <a:rPr lang="en-US" altLang="ko-KR" sz="1400" dirty="0" err="1" smtClean="0"/>
              <a:t>BufferedReader</a:t>
            </a:r>
            <a:r>
              <a:rPr lang="en-US" altLang="ko-KR" sz="1400" dirty="0" smtClean="0"/>
              <a:t>(new </a:t>
            </a:r>
            <a:r>
              <a:rPr lang="en-US" altLang="ko-KR" sz="1400" dirty="0" err="1" smtClean="0"/>
              <a:t>InputStreamReader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System.in</a:t>
            </a:r>
            <a:r>
              <a:rPr lang="en-US" altLang="ko-KR" sz="1400" dirty="0" smtClean="0"/>
              <a:t>));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찾고자 하는 숫자를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자리로 입력하세요</a:t>
            </a:r>
            <a:r>
              <a:rPr lang="en-US" altLang="ko-KR" sz="1400" dirty="0" smtClean="0"/>
              <a:t>: ");</a:t>
            </a:r>
          </a:p>
          <a:p>
            <a:pPr>
              <a:buNone/>
            </a:pPr>
            <a:r>
              <a:rPr lang="en-US" altLang="ko-KR" sz="1400" dirty="0" smtClean="0"/>
              <a:t>		try {</a:t>
            </a:r>
          </a:p>
          <a:p>
            <a:pPr>
              <a:buNone/>
            </a:pPr>
            <a:r>
              <a:rPr lang="en-US" altLang="ko-KR" sz="1400" dirty="0" smtClean="0"/>
              <a:t>			k = </a:t>
            </a:r>
            <a:r>
              <a:rPr lang="en-US" altLang="ko-KR" sz="1400" dirty="0" err="1" smtClean="0"/>
              <a:t>Integer.parseInt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in.readLine</a:t>
            </a:r>
            <a:r>
              <a:rPr lang="en-US" altLang="ko-KR" sz="1400" dirty="0" smtClean="0"/>
              <a:t>());</a:t>
            </a:r>
          </a:p>
          <a:p>
            <a:pPr>
              <a:buNone/>
            </a:pPr>
            <a:r>
              <a:rPr lang="en-US" altLang="ko-KR" sz="1400" dirty="0" smtClean="0"/>
              <a:t>		} catch (Exception e) 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 오류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l="15356" t="67418" r="59539" b="18189"/>
          <a:stretch>
            <a:fillRect/>
          </a:stretch>
        </p:blipFill>
        <p:spPr bwMode="auto">
          <a:xfrm>
            <a:off x="5652120" y="1052736"/>
            <a:ext cx="306084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 l="14765" t="67418" r="61020" b="18189"/>
          <a:stretch>
            <a:fillRect/>
          </a:stretch>
        </p:blipFill>
        <p:spPr bwMode="auto">
          <a:xfrm>
            <a:off x="5724128" y="2420888"/>
            <a:ext cx="3168352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-</a:t>
            </a:r>
            <a:r>
              <a:rPr lang="ko-KR" altLang="en-US" sz="2800" dirty="0" smtClean="0"/>
              <a:t>이분검색</a:t>
            </a:r>
            <a:r>
              <a:rPr lang="en-US" altLang="ko-KR" sz="2800" dirty="0" smtClean="0"/>
              <a:t>(BinarySearch.java)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94982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	while (true) {</a:t>
            </a:r>
          </a:p>
          <a:p>
            <a:pPr>
              <a:buNone/>
            </a:pPr>
            <a:r>
              <a:rPr lang="en-US" altLang="ko-KR" sz="1400" dirty="0" smtClean="0"/>
              <a:t>			if (low &gt; high)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검색 데이터가 없습니다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		break;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middle = (low + high) / 2;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cnt</a:t>
            </a:r>
            <a:r>
              <a:rPr lang="en-US" altLang="ko-KR" sz="1400" dirty="0" smtClean="0"/>
              <a:t>++;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err="1" smtClean="0"/>
              <a:t>비교값</a:t>
            </a:r>
            <a:r>
              <a:rPr lang="en-US" altLang="ko-KR" sz="1400" dirty="0" smtClean="0"/>
              <a:t>:" + data[middle]);</a:t>
            </a:r>
          </a:p>
          <a:p>
            <a:pPr>
              <a:buNone/>
            </a:pPr>
            <a:r>
              <a:rPr lang="en-US" altLang="ko-KR" sz="1400" dirty="0" smtClean="0"/>
              <a:t>			if (data[middle] == k)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(middle + 1 + "</a:t>
            </a:r>
            <a:r>
              <a:rPr lang="ko-KR" altLang="en-US" sz="1400" dirty="0" smtClean="0"/>
              <a:t>번째 위치 검색횟수</a:t>
            </a:r>
            <a:r>
              <a:rPr lang="en-US" altLang="ko-KR" sz="1400" dirty="0" smtClean="0"/>
              <a:t>=" + </a:t>
            </a:r>
            <a:r>
              <a:rPr lang="en-US" altLang="ko-KR" sz="1400" dirty="0" err="1" smtClean="0"/>
              <a:t>cnt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번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		break;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if (k &gt; data[middle]) {</a:t>
            </a:r>
          </a:p>
          <a:p>
            <a:pPr>
              <a:buNone/>
            </a:pPr>
            <a:r>
              <a:rPr lang="en-US" altLang="ko-KR" sz="1400" dirty="0" smtClean="0"/>
              <a:t>				low = middle + 1;</a:t>
            </a:r>
          </a:p>
          <a:p>
            <a:pPr>
              <a:buNone/>
            </a:pPr>
            <a:r>
              <a:rPr lang="en-US" altLang="ko-KR" sz="1400" dirty="0" smtClean="0"/>
              <a:t>			} else {</a:t>
            </a:r>
          </a:p>
          <a:p>
            <a:pPr>
              <a:buNone/>
            </a:pPr>
            <a:r>
              <a:rPr lang="en-US" altLang="ko-KR" sz="1400" dirty="0" smtClean="0"/>
              <a:t>				high = middle - 1;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8103</TotalTime>
  <Words>770</Words>
  <Application>Microsoft Office PowerPoint</Application>
  <PresentationFormat>화면 슬라이드 쇼(4:3)</PresentationFormat>
  <Paragraphs>296</Paragraphs>
  <Slides>20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2" baseType="lpstr">
      <vt:lpstr>ms01_1</vt:lpstr>
      <vt:lpstr>Image</vt:lpstr>
      <vt:lpstr>배열</vt:lpstr>
      <vt:lpstr>1. 배열</vt:lpstr>
      <vt:lpstr>1. 배열</vt:lpstr>
      <vt:lpstr>실습(OneArray.java)</vt:lpstr>
      <vt:lpstr>2. 다차원 배열</vt:lpstr>
      <vt:lpstr>실습(DoubleArray.java)</vt:lpstr>
      <vt:lpstr>3. 가변 배열</vt:lpstr>
      <vt:lpstr>실습-(VariableArray.java)</vt:lpstr>
      <vt:lpstr>4. 정렬</vt:lpstr>
      <vt:lpstr>실습-선택 정렬(SelectionSort.java)</vt:lpstr>
      <vt:lpstr>실습-선택 정렬(SelectionSort.java)</vt:lpstr>
      <vt:lpstr>4. 정렬</vt:lpstr>
      <vt:lpstr>실습-버블 정렬(BubbleSort.java)</vt:lpstr>
      <vt:lpstr>실습-버블 정렬(BubbleSort.java)</vt:lpstr>
      <vt:lpstr>5. 검색</vt:lpstr>
      <vt:lpstr>실습-순차검색(SequentialSearch.java)</vt:lpstr>
      <vt:lpstr>실습-순차검색(SequentialSearch.java)</vt:lpstr>
      <vt:lpstr>5. 검색</vt:lpstr>
      <vt:lpstr>실습-이분검색(BinarySearch.java)</vt:lpstr>
      <vt:lpstr>실습-이분검색(BinarySearch.java)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379</cp:revision>
  <dcterms:created xsi:type="dcterms:W3CDTF">2010-03-14T12:09:21Z</dcterms:created>
  <dcterms:modified xsi:type="dcterms:W3CDTF">2013-03-18T23:11:44Z</dcterms:modified>
</cp:coreProperties>
</file>