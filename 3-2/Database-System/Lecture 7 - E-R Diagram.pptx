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46"/>
  </p:notesMasterIdLst>
  <p:handoutMasterIdLst>
    <p:handoutMasterId r:id="rId47"/>
  </p:handoutMasterIdLst>
  <p:sldIdLst>
    <p:sldId id="539" r:id="rId2"/>
    <p:sldId id="540" r:id="rId3"/>
    <p:sldId id="541" r:id="rId4"/>
    <p:sldId id="534" r:id="rId5"/>
    <p:sldId id="445" r:id="rId6"/>
    <p:sldId id="542" r:id="rId7"/>
    <p:sldId id="447" r:id="rId8"/>
    <p:sldId id="449" r:id="rId9"/>
    <p:sldId id="450" r:id="rId10"/>
    <p:sldId id="451" r:id="rId11"/>
    <p:sldId id="453" r:id="rId12"/>
    <p:sldId id="454" r:id="rId13"/>
    <p:sldId id="455" r:id="rId14"/>
    <p:sldId id="456" r:id="rId15"/>
    <p:sldId id="457" r:id="rId16"/>
    <p:sldId id="458" r:id="rId17"/>
    <p:sldId id="459" r:id="rId18"/>
    <p:sldId id="462" r:id="rId19"/>
    <p:sldId id="463" r:id="rId20"/>
    <p:sldId id="464" r:id="rId21"/>
    <p:sldId id="465" r:id="rId22"/>
    <p:sldId id="543" r:id="rId23"/>
    <p:sldId id="545" r:id="rId24"/>
    <p:sldId id="548" r:id="rId25"/>
    <p:sldId id="549" r:id="rId26"/>
    <p:sldId id="550" r:id="rId27"/>
    <p:sldId id="572" r:id="rId28"/>
    <p:sldId id="553" r:id="rId29"/>
    <p:sldId id="554" r:id="rId30"/>
    <p:sldId id="555" r:id="rId31"/>
    <p:sldId id="556" r:id="rId32"/>
    <p:sldId id="557" r:id="rId33"/>
    <p:sldId id="558" r:id="rId34"/>
    <p:sldId id="559" r:id="rId35"/>
    <p:sldId id="560" r:id="rId36"/>
    <p:sldId id="561" r:id="rId37"/>
    <p:sldId id="562" r:id="rId38"/>
    <p:sldId id="574" r:id="rId39"/>
    <p:sldId id="575" r:id="rId40"/>
    <p:sldId id="573" r:id="rId41"/>
    <p:sldId id="563" r:id="rId42"/>
    <p:sldId id="564" r:id="rId43"/>
    <p:sldId id="579" r:id="rId44"/>
    <p:sldId id="578" r:id="rId45"/>
  </p:sldIdLst>
  <p:sldSz cx="9144000" cy="6858000" type="screen4x3"/>
  <p:notesSz cx="9856788" cy="6784975"/>
  <p:kinsoku lang="ko-KR" invalStChars="!%),.:;?]}’”〕〉》」』】°′″℃￠！％），．：；？］｝" invalEndChars="([\{‘“〔〈《「『【＄（［￦｛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신명조" charset="-127"/>
        <a:ea typeface="신명조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신명조" charset="-127"/>
        <a:ea typeface="신명조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신명조" charset="-127"/>
        <a:ea typeface="신명조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신명조" charset="-127"/>
        <a:ea typeface="신명조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신명조" charset="-127"/>
        <a:ea typeface="신명조" charset="-127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신명조" charset="-127"/>
        <a:ea typeface="신명조" charset="-127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신명조" charset="-127"/>
        <a:ea typeface="신명조" charset="-127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신명조" charset="-127"/>
        <a:ea typeface="신명조" charset="-127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신명조" charset="-127"/>
        <a:ea typeface="신명조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1487">
          <p15:clr>
            <a:srgbClr val="A4A3A4"/>
          </p15:clr>
        </p15:guide>
        <p15:guide id="2" pos="418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ECFF"/>
    <a:srgbClr val="66CCFF"/>
    <a:srgbClr val="663300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51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1764" y="11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51" d="100"/>
          <a:sy n="51" d="100"/>
        </p:scale>
        <p:origin x="-1980" y="-96"/>
      </p:cViewPr>
      <p:guideLst>
        <p:guide orient="horz" pos="1487"/>
        <p:guide pos="418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 /><Relationship Id="rId18" Type="http://schemas.openxmlformats.org/officeDocument/2006/relationships/slide" Target="slides/slide17.xml" /><Relationship Id="rId26" Type="http://schemas.openxmlformats.org/officeDocument/2006/relationships/slide" Target="slides/slide25.xml" /><Relationship Id="rId39" Type="http://schemas.openxmlformats.org/officeDocument/2006/relationships/slide" Target="slides/slide38.xml" /><Relationship Id="rId3" Type="http://schemas.openxmlformats.org/officeDocument/2006/relationships/slide" Target="slides/slide2.xml" /><Relationship Id="rId21" Type="http://schemas.openxmlformats.org/officeDocument/2006/relationships/slide" Target="slides/slide20.xml" /><Relationship Id="rId34" Type="http://schemas.openxmlformats.org/officeDocument/2006/relationships/slide" Target="slides/slide33.xml" /><Relationship Id="rId42" Type="http://schemas.openxmlformats.org/officeDocument/2006/relationships/slide" Target="slides/slide41.xml" /><Relationship Id="rId47" Type="http://schemas.openxmlformats.org/officeDocument/2006/relationships/handoutMaster" Target="handoutMasters/handoutMaster1.xml" /><Relationship Id="rId50" Type="http://schemas.openxmlformats.org/officeDocument/2006/relationships/theme" Target="theme/theme1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5" Type="http://schemas.openxmlformats.org/officeDocument/2006/relationships/slide" Target="slides/slide24.xml" /><Relationship Id="rId33" Type="http://schemas.openxmlformats.org/officeDocument/2006/relationships/slide" Target="slides/slide32.xml" /><Relationship Id="rId38" Type="http://schemas.openxmlformats.org/officeDocument/2006/relationships/slide" Target="slides/slide37.xml" /><Relationship Id="rId46" Type="http://schemas.openxmlformats.org/officeDocument/2006/relationships/notesMaster" Target="notesMasters/notesMaster1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slide" Target="slides/slide19.xml" /><Relationship Id="rId29" Type="http://schemas.openxmlformats.org/officeDocument/2006/relationships/slide" Target="slides/slide28.xml" /><Relationship Id="rId41" Type="http://schemas.openxmlformats.org/officeDocument/2006/relationships/slide" Target="slides/slide40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24" Type="http://schemas.openxmlformats.org/officeDocument/2006/relationships/slide" Target="slides/slide23.xml" /><Relationship Id="rId32" Type="http://schemas.openxmlformats.org/officeDocument/2006/relationships/slide" Target="slides/slide31.xml" /><Relationship Id="rId37" Type="http://schemas.openxmlformats.org/officeDocument/2006/relationships/slide" Target="slides/slide36.xml" /><Relationship Id="rId40" Type="http://schemas.openxmlformats.org/officeDocument/2006/relationships/slide" Target="slides/slide39.xml" /><Relationship Id="rId45" Type="http://schemas.openxmlformats.org/officeDocument/2006/relationships/slide" Target="slides/slide44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23" Type="http://schemas.openxmlformats.org/officeDocument/2006/relationships/slide" Target="slides/slide22.xml" /><Relationship Id="rId28" Type="http://schemas.openxmlformats.org/officeDocument/2006/relationships/slide" Target="slides/slide27.xml" /><Relationship Id="rId36" Type="http://schemas.openxmlformats.org/officeDocument/2006/relationships/slide" Target="slides/slide35.xml" /><Relationship Id="rId49" Type="http://schemas.openxmlformats.org/officeDocument/2006/relationships/viewProps" Target="viewProps.xml" /><Relationship Id="rId10" Type="http://schemas.openxmlformats.org/officeDocument/2006/relationships/slide" Target="slides/slide9.xml" /><Relationship Id="rId19" Type="http://schemas.openxmlformats.org/officeDocument/2006/relationships/slide" Target="slides/slide18.xml" /><Relationship Id="rId31" Type="http://schemas.openxmlformats.org/officeDocument/2006/relationships/slide" Target="slides/slide30.xml" /><Relationship Id="rId44" Type="http://schemas.openxmlformats.org/officeDocument/2006/relationships/slide" Target="slides/slide43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slide" Target="slides/slide21.xml" /><Relationship Id="rId27" Type="http://schemas.openxmlformats.org/officeDocument/2006/relationships/slide" Target="slides/slide26.xml" /><Relationship Id="rId30" Type="http://schemas.openxmlformats.org/officeDocument/2006/relationships/slide" Target="slides/slide29.xml" /><Relationship Id="rId35" Type="http://schemas.openxmlformats.org/officeDocument/2006/relationships/slide" Target="slides/slide34.xml" /><Relationship Id="rId43" Type="http://schemas.openxmlformats.org/officeDocument/2006/relationships/slide" Target="slides/slide42.xml" /><Relationship Id="rId48" Type="http://schemas.openxmlformats.org/officeDocument/2006/relationships/presProps" Target="presProps.xml" /><Relationship Id="rId8" Type="http://schemas.openxmlformats.org/officeDocument/2006/relationships/slide" Target="slides/slide7.xml" /><Relationship Id="rId51" Type="http://schemas.openxmlformats.org/officeDocument/2006/relationships/tableStyles" Target="tableStyles.xml" 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 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110044D3-A3EC-F9E0-84DA-D6F404548D8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-1588" y="-1588"/>
            <a:ext cx="4271963" cy="339726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19050" tIns="0" rIns="19050" bIns="0" numCol="1" anchor="t" anchorCtr="0" compatLnSpc="1">
            <a:prstTxWarp prst="textNoShape">
              <a:avLst/>
            </a:prstTxWarp>
          </a:bodyPr>
          <a:lstStyle>
            <a:lvl1pPr defTabSz="923925" eaLnBrk="1" hangingPunct="1">
              <a:lnSpc>
                <a:spcPct val="100000"/>
              </a:lnSpc>
              <a:defRPr sz="1000" i="1">
                <a:latin typeface="Arial" pitchFamily="34" charset="0"/>
                <a:ea typeface="돋움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6C1525E7-3063-8AD9-6763-87D7BCD840F1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586413" y="-1588"/>
            <a:ext cx="4271962" cy="339726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19050" tIns="0" rIns="19050" bIns="0" numCol="1" anchor="t" anchorCtr="0" compatLnSpc="1">
            <a:prstTxWarp prst="textNoShape">
              <a:avLst/>
            </a:prstTxWarp>
          </a:bodyPr>
          <a:lstStyle>
            <a:lvl1pPr algn="r" defTabSz="923925" eaLnBrk="1" hangingPunct="1">
              <a:lnSpc>
                <a:spcPct val="100000"/>
              </a:lnSpc>
              <a:defRPr sz="1000" i="1">
                <a:latin typeface="Arial" pitchFamily="34" charset="0"/>
                <a:ea typeface="돋움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A7E073A5-330C-10D3-62F3-12A6D5673677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-1588" y="6445250"/>
            <a:ext cx="4271963" cy="3397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19050" tIns="0" rIns="19050" bIns="0" numCol="1" anchor="b" anchorCtr="0" compatLnSpc="1">
            <a:prstTxWarp prst="textNoShape">
              <a:avLst/>
            </a:prstTxWarp>
          </a:bodyPr>
          <a:lstStyle>
            <a:lvl1pPr defTabSz="923925" eaLnBrk="1" hangingPunct="1">
              <a:lnSpc>
                <a:spcPct val="100000"/>
              </a:lnSpc>
              <a:defRPr sz="1000" i="1">
                <a:latin typeface="Arial" pitchFamily="34" charset="0"/>
                <a:ea typeface="돋움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108FA692-B35A-D517-454E-0405ED65F1C8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586413" y="6445250"/>
            <a:ext cx="4271962" cy="3397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19050" tIns="0" rIns="19050" bIns="0" numCol="1" anchor="b" anchorCtr="0" compatLnSpc="1">
            <a:prstTxWarp prst="textNoShape">
              <a:avLst/>
            </a:prstTxWarp>
          </a:bodyPr>
          <a:lstStyle>
            <a:lvl1pPr algn="r" defTabSz="923925" eaLnBrk="1" hangingPunct="1">
              <a:defRPr sz="1000" i="1">
                <a:latin typeface="Arial" panose="020B0604020202020204" pitchFamily="34" charset="0"/>
                <a:ea typeface="돋움" panose="020B0600000101010101" pitchFamily="34" charset="-127"/>
              </a:defRPr>
            </a:lvl1pPr>
          </a:lstStyle>
          <a:p>
            <a:fld id="{61FD3A82-AC67-4CCD-BFEA-61D509A1D08F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12F8A949-3CDD-5D24-D944-99A0E8ED35E9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-1588" y="-1588"/>
            <a:ext cx="4271963" cy="339726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19050" tIns="0" rIns="19050" bIns="0" numCol="1" anchor="t" anchorCtr="0" compatLnSpc="1">
            <a:prstTxWarp prst="textNoShape">
              <a:avLst/>
            </a:prstTxWarp>
          </a:bodyPr>
          <a:lstStyle>
            <a:lvl1pPr defTabSz="923925" eaLnBrk="1" hangingPunct="1">
              <a:lnSpc>
                <a:spcPct val="100000"/>
              </a:lnSpc>
              <a:defRPr sz="1000" i="1">
                <a:latin typeface="Arial" pitchFamily="34" charset="0"/>
                <a:ea typeface="돋움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D2428BD6-DCA1-31BE-9549-82EA696823AD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5586413" y="-1588"/>
            <a:ext cx="4271962" cy="339726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19050" tIns="0" rIns="19050" bIns="0" numCol="1" anchor="t" anchorCtr="0" compatLnSpc="1">
            <a:prstTxWarp prst="textNoShape">
              <a:avLst/>
            </a:prstTxWarp>
          </a:bodyPr>
          <a:lstStyle>
            <a:lvl1pPr algn="r" defTabSz="923925" eaLnBrk="1" hangingPunct="1">
              <a:lnSpc>
                <a:spcPct val="100000"/>
              </a:lnSpc>
              <a:defRPr sz="1000" i="1">
                <a:latin typeface="Arial" pitchFamily="34" charset="0"/>
                <a:ea typeface="돋움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440E32B3-4D2E-AADF-B401-4DBCBC5993C0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238500" y="514350"/>
            <a:ext cx="3379788" cy="253523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053" name="Rectangle 5">
            <a:extLst>
              <a:ext uri="{FF2B5EF4-FFF2-40B4-BE49-F238E27FC236}">
                <a16:creationId xmlns:a16="http://schemas.microsoft.com/office/drawing/2014/main" id="{A299A410-158B-9E98-D87C-7A3268F6E0F8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314450" y="3222625"/>
            <a:ext cx="7227888" cy="305276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2075" tIns="47625" rIns="92075" bIns="4762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/>
              <a:t>마스터 문자열 유형을 편집하려면 누르십시오</a:t>
            </a:r>
            <a:r>
              <a:rPr lang="en-US" altLang="ko-KR" noProof="0"/>
              <a:t>.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2054" name="Rectangle 6">
            <a:extLst>
              <a:ext uri="{FF2B5EF4-FFF2-40B4-BE49-F238E27FC236}">
                <a16:creationId xmlns:a16="http://schemas.microsoft.com/office/drawing/2014/main" id="{28510209-696D-E977-78C1-FE51A9E22558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-1588" y="6445250"/>
            <a:ext cx="4271963" cy="3397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19050" tIns="0" rIns="19050" bIns="0" numCol="1" anchor="b" anchorCtr="0" compatLnSpc="1">
            <a:prstTxWarp prst="textNoShape">
              <a:avLst/>
            </a:prstTxWarp>
          </a:bodyPr>
          <a:lstStyle>
            <a:lvl1pPr defTabSz="923925" eaLnBrk="1" hangingPunct="1">
              <a:lnSpc>
                <a:spcPct val="100000"/>
              </a:lnSpc>
              <a:defRPr sz="1000" i="1">
                <a:latin typeface="Arial" pitchFamily="34" charset="0"/>
                <a:ea typeface="돋움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055" name="Rectangle 7">
            <a:extLst>
              <a:ext uri="{FF2B5EF4-FFF2-40B4-BE49-F238E27FC236}">
                <a16:creationId xmlns:a16="http://schemas.microsoft.com/office/drawing/2014/main" id="{652B436E-8EE5-94ED-057C-2CD83817B38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586413" y="6445250"/>
            <a:ext cx="4271962" cy="3397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19050" tIns="0" rIns="19050" bIns="0" numCol="1" anchor="b" anchorCtr="0" compatLnSpc="1">
            <a:prstTxWarp prst="textNoShape">
              <a:avLst/>
            </a:prstTxWarp>
          </a:bodyPr>
          <a:lstStyle>
            <a:lvl1pPr algn="r" defTabSz="923925" eaLnBrk="1" hangingPunct="1">
              <a:defRPr sz="1000" i="1">
                <a:latin typeface="Arial" panose="020B0604020202020204" pitchFamily="34" charset="0"/>
                <a:ea typeface="돋움" panose="020B0600000101010101" pitchFamily="34" charset="-127"/>
              </a:defRPr>
            </a:lvl1pPr>
          </a:lstStyle>
          <a:p>
            <a:fld id="{03B5BE14-DF3A-4EC9-915B-FFFEE330C04B}" type="slidenum">
              <a:rPr lang="en-US" altLang="ko-KR"/>
              <a:pPr/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923925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34" charset="0"/>
        <a:ea typeface="돋움" pitchFamily="50" charset="-127"/>
        <a:cs typeface="+mn-cs"/>
      </a:defRPr>
    </a:lvl1pPr>
    <a:lvl2pPr marL="460375" algn="l" defTabSz="923925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34" charset="0"/>
        <a:ea typeface="돋움" pitchFamily="50" charset="-127"/>
        <a:cs typeface="+mn-cs"/>
      </a:defRPr>
    </a:lvl2pPr>
    <a:lvl3pPr marL="919163" algn="l" defTabSz="923925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34" charset="0"/>
        <a:ea typeface="돋움" pitchFamily="50" charset="-127"/>
        <a:cs typeface="+mn-cs"/>
      </a:defRPr>
    </a:lvl3pPr>
    <a:lvl4pPr marL="1381125" algn="l" defTabSz="923925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34" charset="0"/>
        <a:ea typeface="돋움" pitchFamily="50" charset="-127"/>
        <a:cs typeface="+mn-cs"/>
      </a:defRPr>
    </a:lvl4pPr>
    <a:lvl5pPr marL="1839913" algn="l" defTabSz="923925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34" charset="0"/>
        <a:ea typeface="돋움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 /><Relationship Id="rId1" Type="http://schemas.openxmlformats.org/officeDocument/2006/relationships/notesMaster" Target="../notesMasters/notesMaster1.xml" 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 /><Relationship Id="rId1" Type="http://schemas.openxmlformats.org/officeDocument/2006/relationships/notesMaster" Target="../notesMasters/notesMaster1.xml" 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 /><Relationship Id="rId1" Type="http://schemas.openxmlformats.org/officeDocument/2006/relationships/notesMaster" Target="../notesMasters/notesMaster1.xml" 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 /><Relationship Id="rId1" Type="http://schemas.openxmlformats.org/officeDocument/2006/relationships/notesMaster" Target="../notesMasters/notesMaster1.xml" 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 /><Relationship Id="rId1" Type="http://schemas.openxmlformats.org/officeDocument/2006/relationships/notesMaster" Target="../notesMasters/notesMaster1.xml" 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 /><Relationship Id="rId1" Type="http://schemas.openxmlformats.org/officeDocument/2006/relationships/notesMaster" Target="../notesMasters/notesMaster1.xml" 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 /><Relationship Id="rId1" Type="http://schemas.openxmlformats.org/officeDocument/2006/relationships/notesMaster" Target="../notesMasters/notesMaster1.xml" 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 /><Relationship Id="rId1" Type="http://schemas.openxmlformats.org/officeDocument/2006/relationships/notesMaster" Target="../notesMasters/notesMaster1.xml" 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 /><Relationship Id="rId1" Type="http://schemas.openxmlformats.org/officeDocument/2006/relationships/notesMaster" Target="../notesMasters/notesMaster1.xml" 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 /><Relationship Id="rId1" Type="http://schemas.openxmlformats.org/officeDocument/2006/relationships/notesMaster" Target="../notesMasters/notesMaster1.xml" 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 /><Relationship Id="rId1" Type="http://schemas.openxmlformats.org/officeDocument/2006/relationships/notesMaster" Target="../notesMasters/notesMaster1.xml" 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 /><Relationship Id="rId1" Type="http://schemas.openxmlformats.org/officeDocument/2006/relationships/notesMaster" Target="../notesMasters/notesMaster1.xml" 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 /><Relationship Id="rId1" Type="http://schemas.openxmlformats.org/officeDocument/2006/relationships/notesMaster" Target="../notesMasters/notesMaster1.xml" 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 /><Relationship Id="rId1" Type="http://schemas.openxmlformats.org/officeDocument/2006/relationships/notesMaster" Target="../notesMasters/notesMaster1.xml" 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 /><Relationship Id="rId1" Type="http://schemas.openxmlformats.org/officeDocument/2006/relationships/notesMaster" Target="../notesMasters/notesMaster1.xml" 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 /><Relationship Id="rId1" Type="http://schemas.openxmlformats.org/officeDocument/2006/relationships/notesMaster" Target="../notesMasters/notesMaster1.xml" 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 /><Relationship Id="rId1" Type="http://schemas.openxmlformats.org/officeDocument/2006/relationships/notesMaster" Target="../notesMasters/notesMaster1.xml" 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 /><Relationship Id="rId1" Type="http://schemas.openxmlformats.org/officeDocument/2006/relationships/notesMaster" Target="../notesMasters/notesMaster1.xml" 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 /><Relationship Id="rId1" Type="http://schemas.openxmlformats.org/officeDocument/2006/relationships/notesMaster" Target="../notesMasters/notesMaster1.xml" 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 /><Relationship Id="rId1" Type="http://schemas.openxmlformats.org/officeDocument/2006/relationships/notesMaster" Target="../notesMasters/notesMaster1.xml" 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 /><Relationship Id="rId1" Type="http://schemas.openxmlformats.org/officeDocument/2006/relationships/notesMaster" Target="../notesMasters/notesMaster1.xml" 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 /><Relationship Id="rId1" Type="http://schemas.openxmlformats.org/officeDocument/2006/relationships/notesMaster" Target="../notesMasters/notesMaster1.xml" 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 /><Relationship Id="rId1" Type="http://schemas.openxmlformats.org/officeDocument/2006/relationships/notesMaster" Target="../notesMasters/notesMaster1.xml" 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 /><Relationship Id="rId1" Type="http://schemas.openxmlformats.org/officeDocument/2006/relationships/notesMaster" Target="../notesMasters/notesMaster1.xml" 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 /><Relationship Id="rId1" Type="http://schemas.openxmlformats.org/officeDocument/2006/relationships/notesMaster" Target="../notesMasters/notesMaster1.xml" 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 /><Relationship Id="rId1" Type="http://schemas.openxmlformats.org/officeDocument/2006/relationships/notesMaster" Target="../notesMasters/notesMaster1.xml" 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 /><Relationship Id="rId1" Type="http://schemas.openxmlformats.org/officeDocument/2006/relationships/notesMaster" Target="../notesMasters/notesMaster1.xml" 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 /><Relationship Id="rId1" Type="http://schemas.openxmlformats.org/officeDocument/2006/relationships/notesMaster" Target="../notesMasters/notesMaster1.xml" 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슬라이드 이미지 개체 틀 1">
            <a:extLst>
              <a:ext uri="{FF2B5EF4-FFF2-40B4-BE49-F238E27FC236}">
                <a16:creationId xmlns:a16="http://schemas.microsoft.com/office/drawing/2014/main" id="{28A506A1-8B0C-CF7B-2439-AD5E60C473B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123" name="슬라이드 노트 개체 틀 2">
            <a:extLst>
              <a:ext uri="{FF2B5EF4-FFF2-40B4-BE49-F238E27FC236}">
                <a16:creationId xmlns:a16="http://schemas.microsoft.com/office/drawing/2014/main" id="{22EDFFAD-4DA7-B51F-5C83-AF5AC68D9C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돋움" panose="020B0600000101010101" pitchFamily="34" charset="-127"/>
            </a:endParaRPr>
          </a:p>
        </p:txBody>
      </p:sp>
      <p:sp>
        <p:nvSpPr>
          <p:cNvPr id="5124" name="슬라이드 번호 개체 틀 3">
            <a:extLst>
              <a:ext uri="{FF2B5EF4-FFF2-40B4-BE49-F238E27FC236}">
                <a16:creationId xmlns:a16="http://schemas.microsoft.com/office/drawing/2014/main" id="{A1A16289-5030-C534-2927-C52C1AB33B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>
              <a:spcBef>
                <a:spcPct val="0"/>
              </a:spcBef>
            </a:pPr>
            <a:fld id="{A5572AAF-EB83-4E33-A0EE-5F6033343E07}" type="slidenum">
              <a:rPr lang="en-US" altLang="ko-KR" sz="1000"/>
              <a:pPr>
                <a:spcBef>
                  <a:spcPct val="0"/>
                </a:spcBef>
              </a:pPr>
              <a:t>1</a:t>
            </a:fld>
            <a:endParaRPr lang="en-US" altLang="ko-KR" sz="10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D2DC6F23-F68B-DD30-4E71-B64739FABF7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>
              <a:spcBef>
                <a:spcPct val="0"/>
              </a:spcBef>
            </a:pPr>
            <a:fld id="{92F95C9C-D631-4329-9CEC-69CC912B501C}" type="slidenum">
              <a:rPr lang="en-US" altLang="ko-KR" sz="1000"/>
              <a:pPr>
                <a:spcBef>
                  <a:spcPct val="0"/>
                </a:spcBef>
              </a:pPr>
              <a:t>2</a:t>
            </a:fld>
            <a:endParaRPr lang="en-US" altLang="ko-KR" sz="1000"/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98302084-400E-A34E-E0AF-09C840B7A63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8D1324A7-8297-4278-0E2C-F35D2FA4490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ko-KR">
              <a:ea typeface="돋움" panose="020B0600000101010101" pitchFamily="34" charset="-127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슬라이드 이미지 개체 틀 1">
            <a:extLst>
              <a:ext uri="{FF2B5EF4-FFF2-40B4-BE49-F238E27FC236}">
                <a16:creationId xmlns:a16="http://schemas.microsoft.com/office/drawing/2014/main" id="{32250A47-4321-E6ED-AE19-B73D7FD6016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219" name="슬라이드 노트 개체 틀 2">
            <a:extLst>
              <a:ext uri="{FF2B5EF4-FFF2-40B4-BE49-F238E27FC236}">
                <a16:creationId xmlns:a16="http://schemas.microsoft.com/office/drawing/2014/main" id="{5508348C-9DA4-924E-45AC-7A6462D3F3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돋움" panose="020B0600000101010101" pitchFamily="34" charset="-127"/>
            </a:endParaRPr>
          </a:p>
        </p:txBody>
      </p:sp>
      <p:sp>
        <p:nvSpPr>
          <p:cNvPr id="9220" name="슬라이드 번호 개체 틀 3">
            <a:extLst>
              <a:ext uri="{FF2B5EF4-FFF2-40B4-BE49-F238E27FC236}">
                <a16:creationId xmlns:a16="http://schemas.microsoft.com/office/drawing/2014/main" id="{014191D7-6C35-75B2-F5C6-A41BFC33C0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>
              <a:spcBef>
                <a:spcPct val="0"/>
              </a:spcBef>
            </a:pPr>
            <a:fld id="{569E766B-8EAC-42D4-9402-DC3FC8D6F989}" type="slidenum">
              <a:rPr lang="en-US" altLang="ko-KR" sz="1000"/>
              <a:pPr>
                <a:spcBef>
                  <a:spcPct val="0"/>
                </a:spcBef>
              </a:pPr>
              <a:t>3</a:t>
            </a:fld>
            <a:endParaRPr lang="en-US" altLang="ko-KR" sz="10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7">
            <a:extLst>
              <a:ext uri="{FF2B5EF4-FFF2-40B4-BE49-F238E27FC236}">
                <a16:creationId xmlns:a16="http://schemas.microsoft.com/office/drawing/2014/main" id="{55A22812-D9FD-542C-9CBA-E66ADADEC2A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>
              <a:spcBef>
                <a:spcPct val="0"/>
              </a:spcBef>
            </a:pPr>
            <a:fld id="{DE2CB69A-C421-4362-B8BF-FAD4CE2FA267}" type="slidenum">
              <a:rPr lang="en-US" altLang="ko-KR" sz="1000"/>
              <a:pPr>
                <a:spcBef>
                  <a:spcPct val="0"/>
                </a:spcBef>
              </a:pPr>
              <a:t>4</a:t>
            </a:fld>
            <a:endParaRPr lang="en-US" altLang="ko-KR" sz="1000"/>
          </a:p>
        </p:txBody>
      </p:sp>
      <p:sp>
        <p:nvSpPr>
          <p:cNvPr id="11267" name="Rectangle 2">
            <a:extLst>
              <a:ext uri="{FF2B5EF4-FFF2-40B4-BE49-F238E27FC236}">
                <a16:creationId xmlns:a16="http://schemas.microsoft.com/office/drawing/2014/main" id="{4D72E496-4ED4-FD62-C8E0-360A1D73D7D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8" name="Rectangle 3">
            <a:extLst>
              <a:ext uri="{FF2B5EF4-FFF2-40B4-BE49-F238E27FC236}">
                <a16:creationId xmlns:a16="http://schemas.microsoft.com/office/drawing/2014/main" id="{66F9EDAF-389F-9490-EF7B-BF82AB5E722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ko-KR" altLang="ko-KR">
              <a:ea typeface="돋움" panose="020B0600000101010101" pitchFamily="34" charset="-127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7">
            <a:extLst>
              <a:ext uri="{FF2B5EF4-FFF2-40B4-BE49-F238E27FC236}">
                <a16:creationId xmlns:a16="http://schemas.microsoft.com/office/drawing/2014/main" id="{8F51433D-EC21-9C46-674F-F6A0D9CF2DA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>
              <a:spcBef>
                <a:spcPct val="0"/>
              </a:spcBef>
            </a:pPr>
            <a:fld id="{3181AA45-34EE-4E2A-9D3C-A98FDEAC9AC2}" type="slidenum">
              <a:rPr lang="en-US" altLang="ko-KR" sz="1000"/>
              <a:pPr>
                <a:spcBef>
                  <a:spcPct val="0"/>
                </a:spcBef>
              </a:pPr>
              <a:t>5</a:t>
            </a:fld>
            <a:endParaRPr lang="en-US" altLang="ko-KR" sz="1000"/>
          </a:p>
        </p:txBody>
      </p:sp>
      <p:sp>
        <p:nvSpPr>
          <p:cNvPr id="13315" name="Rectangle 2">
            <a:extLst>
              <a:ext uri="{FF2B5EF4-FFF2-40B4-BE49-F238E27FC236}">
                <a16:creationId xmlns:a16="http://schemas.microsoft.com/office/drawing/2014/main" id="{5A6FBF34-685E-51D1-B4AB-A19DF1A1C83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6" name="Rectangle 3">
            <a:extLst>
              <a:ext uri="{FF2B5EF4-FFF2-40B4-BE49-F238E27FC236}">
                <a16:creationId xmlns:a16="http://schemas.microsoft.com/office/drawing/2014/main" id="{02D4D67B-7B2A-58E8-4D9E-742E5903BB1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ko-KR" altLang="ko-KR">
              <a:ea typeface="돋움" panose="020B0600000101010101" pitchFamily="34" charset="-127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슬라이드 이미지 개체 틀 1">
            <a:extLst>
              <a:ext uri="{FF2B5EF4-FFF2-40B4-BE49-F238E27FC236}">
                <a16:creationId xmlns:a16="http://schemas.microsoft.com/office/drawing/2014/main" id="{D0FE46AC-C9CC-F5B2-EAC8-B3A2E2666FE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5363" name="슬라이드 노트 개체 틀 2">
            <a:extLst>
              <a:ext uri="{FF2B5EF4-FFF2-40B4-BE49-F238E27FC236}">
                <a16:creationId xmlns:a16="http://schemas.microsoft.com/office/drawing/2014/main" id="{DD94AF36-37EF-65FE-49B3-8E908950E0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돋움" panose="020B0600000101010101" pitchFamily="34" charset="-127"/>
            </a:endParaRPr>
          </a:p>
        </p:txBody>
      </p:sp>
      <p:sp>
        <p:nvSpPr>
          <p:cNvPr id="15364" name="슬라이드 번호 개체 틀 3">
            <a:extLst>
              <a:ext uri="{FF2B5EF4-FFF2-40B4-BE49-F238E27FC236}">
                <a16:creationId xmlns:a16="http://schemas.microsoft.com/office/drawing/2014/main" id="{E465D4A2-DD12-138D-95B9-EF03FA1F94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>
              <a:spcBef>
                <a:spcPct val="0"/>
              </a:spcBef>
            </a:pPr>
            <a:fld id="{AFDC7E79-9A48-4AE7-8582-1B234BA46757}" type="slidenum">
              <a:rPr lang="en-US" altLang="ko-KR" sz="1000"/>
              <a:pPr>
                <a:spcBef>
                  <a:spcPct val="0"/>
                </a:spcBef>
              </a:pPr>
              <a:t>6</a:t>
            </a:fld>
            <a:endParaRPr lang="en-US" altLang="ko-KR" sz="100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>
            <a:extLst>
              <a:ext uri="{FF2B5EF4-FFF2-40B4-BE49-F238E27FC236}">
                <a16:creationId xmlns:a16="http://schemas.microsoft.com/office/drawing/2014/main" id="{1AFEAF43-F326-4C5B-2A01-978D050BAF5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>
              <a:spcBef>
                <a:spcPct val="0"/>
              </a:spcBef>
            </a:pPr>
            <a:fld id="{F48C8D27-CCA7-41FC-A6F6-2150EF14BE1C}" type="slidenum">
              <a:rPr lang="en-US" altLang="ko-KR" sz="1000"/>
              <a:pPr>
                <a:spcBef>
                  <a:spcPct val="0"/>
                </a:spcBef>
              </a:pPr>
              <a:t>7</a:t>
            </a:fld>
            <a:endParaRPr lang="en-US" altLang="ko-KR" sz="1000"/>
          </a:p>
        </p:txBody>
      </p:sp>
      <p:sp>
        <p:nvSpPr>
          <p:cNvPr id="17411" name="Rectangle 2">
            <a:extLst>
              <a:ext uri="{FF2B5EF4-FFF2-40B4-BE49-F238E27FC236}">
                <a16:creationId xmlns:a16="http://schemas.microsoft.com/office/drawing/2014/main" id="{BB5F6DBD-7D92-187F-B814-8BFF9DEA90E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2" name="Rectangle 3">
            <a:extLst>
              <a:ext uri="{FF2B5EF4-FFF2-40B4-BE49-F238E27FC236}">
                <a16:creationId xmlns:a16="http://schemas.microsoft.com/office/drawing/2014/main" id="{FD20BE16-4F6F-F4BB-4109-18799E01B46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ko-KR" altLang="ko-KR">
              <a:ea typeface="돋움" panose="020B0600000101010101" pitchFamily="34" charset="-127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>
            <a:extLst>
              <a:ext uri="{FF2B5EF4-FFF2-40B4-BE49-F238E27FC236}">
                <a16:creationId xmlns:a16="http://schemas.microsoft.com/office/drawing/2014/main" id="{4C025D0D-6FB3-BC4C-8727-C5F261C5A47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>
              <a:spcBef>
                <a:spcPct val="0"/>
              </a:spcBef>
            </a:pPr>
            <a:fld id="{567005E4-7F8C-44EC-9FDD-082B1A85B3CF}" type="slidenum">
              <a:rPr lang="en-US" altLang="ko-KR" sz="1000"/>
              <a:pPr>
                <a:spcBef>
                  <a:spcPct val="0"/>
                </a:spcBef>
              </a:pPr>
              <a:t>8</a:t>
            </a:fld>
            <a:endParaRPr lang="en-US" altLang="ko-KR" sz="1000"/>
          </a:p>
        </p:txBody>
      </p:sp>
      <p:sp>
        <p:nvSpPr>
          <p:cNvPr id="19459" name="Rectangle 2">
            <a:extLst>
              <a:ext uri="{FF2B5EF4-FFF2-40B4-BE49-F238E27FC236}">
                <a16:creationId xmlns:a16="http://schemas.microsoft.com/office/drawing/2014/main" id="{E7B687F1-E237-1E13-67E2-182C083D28B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0" name="Rectangle 3">
            <a:extLst>
              <a:ext uri="{FF2B5EF4-FFF2-40B4-BE49-F238E27FC236}">
                <a16:creationId xmlns:a16="http://schemas.microsoft.com/office/drawing/2014/main" id="{18E3E056-C032-4498-2EE9-EEEE1376153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ko-KR" altLang="ko-KR">
              <a:ea typeface="돋움" panose="020B0600000101010101" pitchFamily="34" charset="-127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>
            <a:extLst>
              <a:ext uri="{FF2B5EF4-FFF2-40B4-BE49-F238E27FC236}">
                <a16:creationId xmlns:a16="http://schemas.microsoft.com/office/drawing/2014/main" id="{A0D385A3-D7C9-F14A-0176-D19DE1F5AF9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>
              <a:spcBef>
                <a:spcPct val="0"/>
              </a:spcBef>
            </a:pPr>
            <a:fld id="{87292F67-F64D-4148-8F06-0568CE7B3F95}" type="slidenum">
              <a:rPr lang="en-US" altLang="ko-KR" sz="1000"/>
              <a:pPr>
                <a:spcBef>
                  <a:spcPct val="0"/>
                </a:spcBef>
              </a:pPr>
              <a:t>9</a:t>
            </a:fld>
            <a:endParaRPr lang="en-US" altLang="ko-KR" sz="1000"/>
          </a:p>
        </p:txBody>
      </p:sp>
      <p:sp>
        <p:nvSpPr>
          <p:cNvPr id="21507" name="Rectangle 2">
            <a:extLst>
              <a:ext uri="{FF2B5EF4-FFF2-40B4-BE49-F238E27FC236}">
                <a16:creationId xmlns:a16="http://schemas.microsoft.com/office/drawing/2014/main" id="{7EE67B26-99C9-7F05-8061-CE1FAB5CA25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>
            <a:extLst>
              <a:ext uri="{FF2B5EF4-FFF2-40B4-BE49-F238E27FC236}">
                <a16:creationId xmlns:a16="http://schemas.microsoft.com/office/drawing/2014/main" id="{7C59C3FE-AA2D-810C-6A3C-D23FA6CBD27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ko-KR" altLang="ko-KR">
              <a:ea typeface="돋움" panose="020B0600000101010101" pitchFamily="34" charset="-127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>
            <a:extLst>
              <a:ext uri="{FF2B5EF4-FFF2-40B4-BE49-F238E27FC236}">
                <a16:creationId xmlns:a16="http://schemas.microsoft.com/office/drawing/2014/main" id="{936DEE73-219B-E7D2-4772-6737426616C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>
              <a:spcBef>
                <a:spcPct val="0"/>
              </a:spcBef>
            </a:pPr>
            <a:fld id="{E62151B2-AB60-497B-97B6-274CBE821643}" type="slidenum">
              <a:rPr lang="en-US" altLang="ko-KR" sz="1000"/>
              <a:pPr>
                <a:spcBef>
                  <a:spcPct val="0"/>
                </a:spcBef>
              </a:pPr>
              <a:t>10</a:t>
            </a:fld>
            <a:endParaRPr lang="en-US" altLang="ko-KR" sz="1000"/>
          </a:p>
        </p:txBody>
      </p:sp>
      <p:sp>
        <p:nvSpPr>
          <p:cNvPr id="23555" name="Rectangle 2">
            <a:extLst>
              <a:ext uri="{FF2B5EF4-FFF2-40B4-BE49-F238E27FC236}">
                <a16:creationId xmlns:a16="http://schemas.microsoft.com/office/drawing/2014/main" id="{D0EB081D-1BD7-3F80-93FA-DDA68C42E9B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6" name="Rectangle 3">
            <a:extLst>
              <a:ext uri="{FF2B5EF4-FFF2-40B4-BE49-F238E27FC236}">
                <a16:creationId xmlns:a16="http://schemas.microsoft.com/office/drawing/2014/main" id="{304EC6B9-EC7A-F089-B8AB-D65E3C5F660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ko-KR" altLang="ko-KR">
              <a:ea typeface="돋움" panose="020B0600000101010101" pitchFamily="34" charset="-127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>
            <a:extLst>
              <a:ext uri="{FF2B5EF4-FFF2-40B4-BE49-F238E27FC236}">
                <a16:creationId xmlns:a16="http://schemas.microsoft.com/office/drawing/2014/main" id="{10DC7B3D-CBD8-55B6-5FD1-EE37E16BB91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>
              <a:spcBef>
                <a:spcPct val="0"/>
              </a:spcBef>
            </a:pPr>
            <a:fld id="{2604FAFE-B359-42A4-8F3A-82438C2EA4FB}" type="slidenum">
              <a:rPr lang="en-US" altLang="ko-KR" sz="1000"/>
              <a:pPr>
                <a:spcBef>
                  <a:spcPct val="0"/>
                </a:spcBef>
              </a:pPr>
              <a:t>11</a:t>
            </a:fld>
            <a:endParaRPr lang="en-US" altLang="ko-KR" sz="1000"/>
          </a:p>
        </p:txBody>
      </p:sp>
      <p:sp>
        <p:nvSpPr>
          <p:cNvPr id="25603" name="Rectangle 2">
            <a:extLst>
              <a:ext uri="{FF2B5EF4-FFF2-40B4-BE49-F238E27FC236}">
                <a16:creationId xmlns:a16="http://schemas.microsoft.com/office/drawing/2014/main" id="{8824B299-B26F-C1CE-FBB9-CF47395D83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4" name="Rectangle 3">
            <a:extLst>
              <a:ext uri="{FF2B5EF4-FFF2-40B4-BE49-F238E27FC236}">
                <a16:creationId xmlns:a16="http://schemas.microsoft.com/office/drawing/2014/main" id="{0B8C4A75-D1FD-D9FB-4D1B-7DC3C3AF547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ko-KR" altLang="ko-KR">
              <a:ea typeface="돋움" panose="020B0600000101010101" pitchFamily="34" charset="-127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>
            <a:extLst>
              <a:ext uri="{FF2B5EF4-FFF2-40B4-BE49-F238E27FC236}">
                <a16:creationId xmlns:a16="http://schemas.microsoft.com/office/drawing/2014/main" id="{E860492C-3BCC-26DE-4AA0-C0AF454DDB4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>
              <a:spcBef>
                <a:spcPct val="0"/>
              </a:spcBef>
            </a:pPr>
            <a:fld id="{68B5625A-89F6-4BBF-B932-E230AF9CDC69}" type="slidenum">
              <a:rPr lang="en-US" altLang="ko-KR" sz="1000"/>
              <a:pPr>
                <a:spcBef>
                  <a:spcPct val="0"/>
                </a:spcBef>
              </a:pPr>
              <a:t>12</a:t>
            </a:fld>
            <a:endParaRPr lang="en-US" altLang="ko-KR" sz="1000"/>
          </a:p>
        </p:txBody>
      </p:sp>
      <p:sp>
        <p:nvSpPr>
          <p:cNvPr id="27651" name="Rectangle 2">
            <a:extLst>
              <a:ext uri="{FF2B5EF4-FFF2-40B4-BE49-F238E27FC236}">
                <a16:creationId xmlns:a16="http://schemas.microsoft.com/office/drawing/2014/main" id="{37FD8B59-ED19-11BD-EC1E-16E93D16BB9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2" name="Rectangle 3">
            <a:extLst>
              <a:ext uri="{FF2B5EF4-FFF2-40B4-BE49-F238E27FC236}">
                <a16:creationId xmlns:a16="http://schemas.microsoft.com/office/drawing/2014/main" id="{051ECADC-8708-8C40-498F-9B72F7B63B9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ko-KR" altLang="ko-KR">
              <a:ea typeface="돋움" panose="020B0600000101010101" pitchFamily="34" charset="-127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>
            <a:extLst>
              <a:ext uri="{FF2B5EF4-FFF2-40B4-BE49-F238E27FC236}">
                <a16:creationId xmlns:a16="http://schemas.microsoft.com/office/drawing/2014/main" id="{E9EB7F69-13E3-C76C-719A-A6C4844D35E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>
              <a:spcBef>
                <a:spcPct val="0"/>
              </a:spcBef>
            </a:pPr>
            <a:fld id="{D57D1D83-8AB3-440D-8436-16B0B0280D97}" type="slidenum">
              <a:rPr lang="en-US" altLang="ko-KR" sz="1000"/>
              <a:pPr>
                <a:spcBef>
                  <a:spcPct val="0"/>
                </a:spcBef>
              </a:pPr>
              <a:t>13</a:t>
            </a:fld>
            <a:endParaRPr lang="en-US" altLang="ko-KR" sz="1000"/>
          </a:p>
        </p:txBody>
      </p:sp>
      <p:sp>
        <p:nvSpPr>
          <p:cNvPr id="29699" name="Rectangle 2">
            <a:extLst>
              <a:ext uri="{FF2B5EF4-FFF2-40B4-BE49-F238E27FC236}">
                <a16:creationId xmlns:a16="http://schemas.microsoft.com/office/drawing/2014/main" id="{53D959FF-0E83-D8C8-6E13-793C73838B5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>
            <a:extLst>
              <a:ext uri="{FF2B5EF4-FFF2-40B4-BE49-F238E27FC236}">
                <a16:creationId xmlns:a16="http://schemas.microsoft.com/office/drawing/2014/main" id="{0F9D469A-1995-8D29-3CF2-380C1C9BE22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ko-KR" altLang="ko-KR">
              <a:ea typeface="돋움" panose="020B0600000101010101" pitchFamily="34" charset="-127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>
            <a:extLst>
              <a:ext uri="{FF2B5EF4-FFF2-40B4-BE49-F238E27FC236}">
                <a16:creationId xmlns:a16="http://schemas.microsoft.com/office/drawing/2014/main" id="{79860862-3E08-1C75-E49A-420CBB74861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>
              <a:spcBef>
                <a:spcPct val="0"/>
              </a:spcBef>
            </a:pPr>
            <a:fld id="{63FFF903-15C2-4F42-B94A-78CB0BFBDF55}" type="slidenum">
              <a:rPr lang="en-US" altLang="ko-KR" sz="1000"/>
              <a:pPr>
                <a:spcBef>
                  <a:spcPct val="0"/>
                </a:spcBef>
              </a:pPr>
              <a:t>14</a:t>
            </a:fld>
            <a:endParaRPr lang="en-US" altLang="ko-KR" sz="1000"/>
          </a:p>
        </p:txBody>
      </p:sp>
      <p:sp>
        <p:nvSpPr>
          <p:cNvPr id="31747" name="Rectangle 2">
            <a:extLst>
              <a:ext uri="{FF2B5EF4-FFF2-40B4-BE49-F238E27FC236}">
                <a16:creationId xmlns:a16="http://schemas.microsoft.com/office/drawing/2014/main" id="{68BE14F3-ECB4-4B10-1CEC-A225ACBC60F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8" name="Rectangle 3">
            <a:extLst>
              <a:ext uri="{FF2B5EF4-FFF2-40B4-BE49-F238E27FC236}">
                <a16:creationId xmlns:a16="http://schemas.microsoft.com/office/drawing/2014/main" id="{48337196-6D78-DBC0-F27F-830CB3E480F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ko-KR" altLang="ko-KR">
              <a:ea typeface="돋움" panose="020B0600000101010101" pitchFamily="34" charset="-127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>
            <a:extLst>
              <a:ext uri="{FF2B5EF4-FFF2-40B4-BE49-F238E27FC236}">
                <a16:creationId xmlns:a16="http://schemas.microsoft.com/office/drawing/2014/main" id="{37B39CA7-BB6A-267F-5F4B-11D729273F1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>
              <a:spcBef>
                <a:spcPct val="0"/>
              </a:spcBef>
            </a:pPr>
            <a:fld id="{10B14878-95B5-4B6E-B630-06FBDCC8F385}" type="slidenum">
              <a:rPr lang="en-US" altLang="ko-KR" sz="1000"/>
              <a:pPr>
                <a:spcBef>
                  <a:spcPct val="0"/>
                </a:spcBef>
              </a:pPr>
              <a:t>15</a:t>
            </a:fld>
            <a:endParaRPr lang="en-US" altLang="ko-KR" sz="1000"/>
          </a:p>
        </p:txBody>
      </p:sp>
      <p:sp>
        <p:nvSpPr>
          <p:cNvPr id="33795" name="Rectangle 2">
            <a:extLst>
              <a:ext uri="{FF2B5EF4-FFF2-40B4-BE49-F238E27FC236}">
                <a16:creationId xmlns:a16="http://schemas.microsoft.com/office/drawing/2014/main" id="{B7D03282-1DD1-0E67-E70F-62AA527368E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6" name="Rectangle 3">
            <a:extLst>
              <a:ext uri="{FF2B5EF4-FFF2-40B4-BE49-F238E27FC236}">
                <a16:creationId xmlns:a16="http://schemas.microsoft.com/office/drawing/2014/main" id="{9DE14EF6-F4B2-B10C-A2E1-CE65CDB6593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ko-KR" altLang="ko-KR">
              <a:ea typeface="돋움" panose="020B0600000101010101" pitchFamily="34" charset="-127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>
            <a:extLst>
              <a:ext uri="{FF2B5EF4-FFF2-40B4-BE49-F238E27FC236}">
                <a16:creationId xmlns:a16="http://schemas.microsoft.com/office/drawing/2014/main" id="{80E4346A-4052-94DF-5684-D9346FAE764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>
              <a:spcBef>
                <a:spcPct val="0"/>
              </a:spcBef>
            </a:pPr>
            <a:fld id="{65F8ADB7-BC93-4C82-BF51-881507C9DC8E}" type="slidenum">
              <a:rPr lang="en-US" altLang="ko-KR" sz="1000"/>
              <a:pPr>
                <a:spcBef>
                  <a:spcPct val="0"/>
                </a:spcBef>
              </a:pPr>
              <a:t>16</a:t>
            </a:fld>
            <a:endParaRPr lang="en-US" altLang="ko-KR" sz="1000"/>
          </a:p>
        </p:txBody>
      </p:sp>
      <p:sp>
        <p:nvSpPr>
          <p:cNvPr id="35843" name="Rectangle 2">
            <a:extLst>
              <a:ext uri="{FF2B5EF4-FFF2-40B4-BE49-F238E27FC236}">
                <a16:creationId xmlns:a16="http://schemas.microsoft.com/office/drawing/2014/main" id="{30F32834-D3E8-2D27-B7A8-CC0596DE98B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4" name="Rectangle 3">
            <a:extLst>
              <a:ext uri="{FF2B5EF4-FFF2-40B4-BE49-F238E27FC236}">
                <a16:creationId xmlns:a16="http://schemas.microsoft.com/office/drawing/2014/main" id="{E9CB4F2B-12CF-5F73-CE19-C44200D72C4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ko-KR" altLang="ko-KR">
              <a:ea typeface="돋움" panose="020B0600000101010101" pitchFamily="34" charset="-127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>
            <a:extLst>
              <a:ext uri="{FF2B5EF4-FFF2-40B4-BE49-F238E27FC236}">
                <a16:creationId xmlns:a16="http://schemas.microsoft.com/office/drawing/2014/main" id="{938F3193-BC1C-4278-E65F-EB08F99C8CF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>
              <a:spcBef>
                <a:spcPct val="0"/>
              </a:spcBef>
            </a:pPr>
            <a:fld id="{0E0B357E-F9F7-458B-901A-A307DCC4BC54}" type="slidenum">
              <a:rPr lang="en-US" altLang="ko-KR" sz="1000"/>
              <a:pPr>
                <a:spcBef>
                  <a:spcPct val="0"/>
                </a:spcBef>
              </a:pPr>
              <a:t>17</a:t>
            </a:fld>
            <a:endParaRPr lang="en-US" altLang="ko-KR" sz="1000"/>
          </a:p>
        </p:txBody>
      </p:sp>
      <p:sp>
        <p:nvSpPr>
          <p:cNvPr id="37891" name="Rectangle 2">
            <a:extLst>
              <a:ext uri="{FF2B5EF4-FFF2-40B4-BE49-F238E27FC236}">
                <a16:creationId xmlns:a16="http://schemas.microsoft.com/office/drawing/2014/main" id="{3CBF98BD-EBB5-2A47-F64C-B66D5A0BB98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2" name="Rectangle 3">
            <a:extLst>
              <a:ext uri="{FF2B5EF4-FFF2-40B4-BE49-F238E27FC236}">
                <a16:creationId xmlns:a16="http://schemas.microsoft.com/office/drawing/2014/main" id="{C143ABF1-D839-05DC-7C9A-13DDD68F7D7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ko-KR" altLang="ko-KR">
              <a:ea typeface="돋움" panose="020B0600000101010101" pitchFamily="34" charset="-127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>
            <a:extLst>
              <a:ext uri="{FF2B5EF4-FFF2-40B4-BE49-F238E27FC236}">
                <a16:creationId xmlns:a16="http://schemas.microsoft.com/office/drawing/2014/main" id="{620CB421-369E-9C1E-0B8B-D538C11EDA1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>
              <a:spcBef>
                <a:spcPct val="0"/>
              </a:spcBef>
            </a:pPr>
            <a:fld id="{6ED17261-01CA-4BEC-B876-AC9FACC5E9D0}" type="slidenum">
              <a:rPr lang="en-US" altLang="ko-KR" sz="1000"/>
              <a:pPr>
                <a:spcBef>
                  <a:spcPct val="0"/>
                </a:spcBef>
              </a:pPr>
              <a:t>18</a:t>
            </a:fld>
            <a:endParaRPr lang="en-US" altLang="ko-KR" sz="1000"/>
          </a:p>
        </p:txBody>
      </p:sp>
      <p:sp>
        <p:nvSpPr>
          <p:cNvPr id="39939" name="Rectangle 2">
            <a:extLst>
              <a:ext uri="{FF2B5EF4-FFF2-40B4-BE49-F238E27FC236}">
                <a16:creationId xmlns:a16="http://schemas.microsoft.com/office/drawing/2014/main" id="{AAA8AE9B-2FD8-D872-1AED-55292C18C3F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40" name="Rectangle 3">
            <a:extLst>
              <a:ext uri="{FF2B5EF4-FFF2-40B4-BE49-F238E27FC236}">
                <a16:creationId xmlns:a16="http://schemas.microsoft.com/office/drawing/2014/main" id="{C77C8887-73FE-C36D-1358-878EF400A3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ko-KR" altLang="ko-KR">
              <a:ea typeface="돋움" panose="020B0600000101010101" pitchFamily="34" charset="-127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>
            <a:extLst>
              <a:ext uri="{FF2B5EF4-FFF2-40B4-BE49-F238E27FC236}">
                <a16:creationId xmlns:a16="http://schemas.microsoft.com/office/drawing/2014/main" id="{F0C3DD2F-E331-6098-1C59-D02468835CA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>
              <a:spcBef>
                <a:spcPct val="0"/>
              </a:spcBef>
            </a:pPr>
            <a:fld id="{3EC8F0A3-9DD0-46DB-B2E0-244635F7F104}" type="slidenum">
              <a:rPr lang="en-US" altLang="ko-KR" sz="1000"/>
              <a:pPr>
                <a:spcBef>
                  <a:spcPct val="0"/>
                </a:spcBef>
              </a:pPr>
              <a:t>19</a:t>
            </a:fld>
            <a:endParaRPr lang="en-US" altLang="ko-KR" sz="1000"/>
          </a:p>
        </p:txBody>
      </p:sp>
      <p:sp>
        <p:nvSpPr>
          <p:cNvPr id="41987" name="Rectangle 2">
            <a:extLst>
              <a:ext uri="{FF2B5EF4-FFF2-40B4-BE49-F238E27FC236}">
                <a16:creationId xmlns:a16="http://schemas.microsoft.com/office/drawing/2014/main" id="{914B9C11-019C-FC0E-FE88-F1E9135C5F1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8" name="Rectangle 3">
            <a:extLst>
              <a:ext uri="{FF2B5EF4-FFF2-40B4-BE49-F238E27FC236}">
                <a16:creationId xmlns:a16="http://schemas.microsoft.com/office/drawing/2014/main" id="{0BB90943-C6D0-5236-F978-5CC6FEB1A6A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ko-KR" altLang="ko-KR">
              <a:ea typeface="돋움" panose="020B0600000101010101" pitchFamily="34" charset="-127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>
            <a:extLst>
              <a:ext uri="{FF2B5EF4-FFF2-40B4-BE49-F238E27FC236}">
                <a16:creationId xmlns:a16="http://schemas.microsoft.com/office/drawing/2014/main" id="{039D0026-5A5C-EA6D-DD89-87B051DF76B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>
              <a:spcBef>
                <a:spcPct val="0"/>
              </a:spcBef>
            </a:pPr>
            <a:fld id="{7D89EC02-0FCE-42A0-8954-4D0ADECC5EA6}" type="slidenum">
              <a:rPr lang="en-US" altLang="ko-KR" sz="1000"/>
              <a:pPr>
                <a:spcBef>
                  <a:spcPct val="0"/>
                </a:spcBef>
              </a:pPr>
              <a:t>20</a:t>
            </a:fld>
            <a:endParaRPr lang="en-US" altLang="ko-KR" sz="1000"/>
          </a:p>
        </p:txBody>
      </p:sp>
      <p:sp>
        <p:nvSpPr>
          <p:cNvPr id="44035" name="Rectangle 2">
            <a:extLst>
              <a:ext uri="{FF2B5EF4-FFF2-40B4-BE49-F238E27FC236}">
                <a16:creationId xmlns:a16="http://schemas.microsoft.com/office/drawing/2014/main" id="{8D9BBC14-EBBD-0D86-3547-4B1C52A1C0C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6" name="Rectangle 3">
            <a:extLst>
              <a:ext uri="{FF2B5EF4-FFF2-40B4-BE49-F238E27FC236}">
                <a16:creationId xmlns:a16="http://schemas.microsoft.com/office/drawing/2014/main" id="{4DE1DD2B-7E96-21B7-A08E-55475738FA6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ko-KR" altLang="ko-KR">
              <a:ea typeface="돋움" panose="020B0600000101010101" pitchFamily="34" charset="-127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>
            <a:extLst>
              <a:ext uri="{FF2B5EF4-FFF2-40B4-BE49-F238E27FC236}">
                <a16:creationId xmlns:a16="http://schemas.microsoft.com/office/drawing/2014/main" id="{A86C185B-304F-C6DD-DDF4-FCCCE3124D7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>
              <a:spcBef>
                <a:spcPct val="0"/>
              </a:spcBef>
            </a:pPr>
            <a:fld id="{F783194A-662C-4EA1-A33A-1A8159CAE926}" type="slidenum">
              <a:rPr lang="en-US" altLang="ko-KR" sz="1000"/>
              <a:pPr>
                <a:spcBef>
                  <a:spcPct val="0"/>
                </a:spcBef>
              </a:pPr>
              <a:t>21</a:t>
            </a:fld>
            <a:endParaRPr lang="en-US" altLang="ko-KR" sz="1000"/>
          </a:p>
        </p:txBody>
      </p:sp>
      <p:sp>
        <p:nvSpPr>
          <p:cNvPr id="46083" name="Rectangle 2">
            <a:extLst>
              <a:ext uri="{FF2B5EF4-FFF2-40B4-BE49-F238E27FC236}">
                <a16:creationId xmlns:a16="http://schemas.microsoft.com/office/drawing/2014/main" id="{9B27CB7A-78C2-9BEC-4D9D-4BABB60C759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4" name="Rectangle 3">
            <a:extLst>
              <a:ext uri="{FF2B5EF4-FFF2-40B4-BE49-F238E27FC236}">
                <a16:creationId xmlns:a16="http://schemas.microsoft.com/office/drawing/2014/main" id="{E3AE9567-9AC8-E379-2B3E-27775E73F56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ko-KR" altLang="ko-KR">
              <a:ea typeface="돋움" panose="020B0600000101010101" pitchFamily="34" charset="-127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>
            <a:extLst>
              <a:ext uri="{FF2B5EF4-FFF2-40B4-BE49-F238E27FC236}">
                <a16:creationId xmlns:a16="http://schemas.microsoft.com/office/drawing/2014/main" id="{D5E362C0-939E-76A2-B956-F8782C534BF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>
              <a:spcBef>
                <a:spcPct val="0"/>
              </a:spcBef>
            </a:pPr>
            <a:fld id="{F0E07660-A360-47A2-A941-AD9FA74BC2C5}" type="slidenum">
              <a:rPr lang="en-US" altLang="ko-KR" sz="1000"/>
              <a:pPr>
                <a:spcBef>
                  <a:spcPct val="0"/>
                </a:spcBef>
              </a:pPr>
              <a:t>22</a:t>
            </a:fld>
            <a:endParaRPr lang="en-US" altLang="ko-KR" sz="1000"/>
          </a:p>
        </p:txBody>
      </p:sp>
      <p:sp>
        <p:nvSpPr>
          <p:cNvPr id="48131" name="Rectangle 2">
            <a:extLst>
              <a:ext uri="{FF2B5EF4-FFF2-40B4-BE49-F238E27FC236}">
                <a16:creationId xmlns:a16="http://schemas.microsoft.com/office/drawing/2014/main" id="{F43736EC-9AA9-5AB6-A36E-30724EB7FAD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2" name="Rectangle 3">
            <a:extLst>
              <a:ext uri="{FF2B5EF4-FFF2-40B4-BE49-F238E27FC236}">
                <a16:creationId xmlns:a16="http://schemas.microsoft.com/office/drawing/2014/main" id="{BF5DF4BE-2A93-BE75-14D8-E1D1168C413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ko-KR" altLang="ko-KR">
              <a:ea typeface="돋움" panose="020B0600000101010101" pitchFamily="34" charset="-127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>
            <a:extLst>
              <a:ext uri="{FF2B5EF4-FFF2-40B4-BE49-F238E27FC236}">
                <a16:creationId xmlns:a16="http://schemas.microsoft.com/office/drawing/2014/main" id="{BDDC7968-6FB4-865B-A2FE-A56DF8C02F7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>
              <a:spcBef>
                <a:spcPct val="0"/>
              </a:spcBef>
            </a:pPr>
            <a:fld id="{34DA5FD9-8163-4BFE-B7FA-A384EC63D9B1}" type="slidenum">
              <a:rPr lang="en-US" altLang="ko-KR" sz="1000"/>
              <a:pPr>
                <a:spcBef>
                  <a:spcPct val="0"/>
                </a:spcBef>
              </a:pPr>
              <a:t>23</a:t>
            </a:fld>
            <a:endParaRPr lang="en-US" altLang="ko-KR" sz="1000"/>
          </a:p>
        </p:txBody>
      </p:sp>
      <p:sp>
        <p:nvSpPr>
          <p:cNvPr id="50179" name="Rectangle 2">
            <a:extLst>
              <a:ext uri="{FF2B5EF4-FFF2-40B4-BE49-F238E27FC236}">
                <a16:creationId xmlns:a16="http://schemas.microsoft.com/office/drawing/2014/main" id="{3F79988B-C1C1-26BF-89F3-4163CBE8B79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80" name="Rectangle 3">
            <a:extLst>
              <a:ext uri="{FF2B5EF4-FFF2-40B4-BE49-F238E27FC236}">
                <a16:creationId xmlns:a16="http://schemas.microsoft.com/office/drawing/2014/main" id="{7DFF178F-2A18-7CAD-6CFF-67056C40385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ko-KR" altLang="ko-KR">
              <a:ea typeface="돋움" panose="020B0600000101010101" pitchFamily="34" charset="-127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>
            <a:extLst>
              <a:ext uri="{FF2B5EF4-FFF2-40B4-BE49-F238E27FC236}">
                <a16:creationId xmlns:a16="http://schemas.microsoft.com/office/drawing/2014/main" id="{F21C02F5-CC9F-8B20-EB89-5F9C5DC0BA5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>
              <a:spcBef>
                <a:spcPct val="0"/>
              </a:spcBef>
            </a:pPr>
            <a:fld id="{EEAACE73-90A7-4206-9D22-EAAFA8EE1426}" type="slidenum">
              <a:rPr lang="en-US" altLang="ko-KR" sz="1000"/>
              <a:pPr>
                <a:spcBef>
                  <a:spcPct val="0"/>
                </a:spcBef>
              </a:pPr>
              <a:t>24</a:t>
            </a:fld>
            <a:endParaRPr lang="en-US" altLang="ko-KR" sz="1000"/>
          </a:p>
        </p:txBody>
      </p:sp>
      <p:sp>
        <p:nvSpPr>
          <p:cNvPr id="52227" name="Rectangle 2">
            <a:extLst>
              <a:ext uri="{FF2B5EF4-FFF2-40B4-BE49-F238E27FC236}">
                <a16:creationId xmlns:a16="http://schemas.microsoft.com/office/drawing/2014/main" id="{3828DBA6-3F6F-A521-1D6B-AEB17681C67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8" name="Rectangle 3">
            <a:extLst>
              <a:ext uri="{FF2B5EF4-FFF2-40B4-BE49-F238E27FC236}">
                <a16:creationId xmlns:a16="http://schemas.microsoft.com/office/drawing/2014/main" id="{12E568D8-2D86-BC6D-6701-F4C7A8AAB93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ko-KR" altLang="ko-KR">
              <a:ea typeface="돋움" panose="020B0600000101010101" pitchFamily="34" charset="-127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>
            <a:extLst>
              <a:ext uri="{FF2B5EF4-FFF2-40B4-BE49-F238E27FC236}">
                <a16:creationId xmlns:a16="http://schemas.microsoft.com/office/drawing/2014/main" id="{DBC6F00A-2E4E-A212-7C70-822727587D5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>
              <a:spcBef>
                <a:spcPct val="0"/>
              </a:spcBef>
            </a:pPr>
            <a:fld id="{EF5B7E92-62A9-4FF0-9E40-B341FBAA662B}" type="slidenum">
              <a:rPr lang="en-US" altLang="ko-KR" sz="1000"/>
              <a:pPr>
                <a:spcBef>
                  <a:spcPct val="0"/>
                </a:spcBef>
              </a:pPr>
              <a:t>25</a:t>
            </a:fld>
            <a:endParaRPr lang="en-US" altLang="ko-KR" sz="1000"/>
          </a:p>
        </p:txBody>
      </p:sp>
      <p:sp>
        <p:nvSpPr>
          <p:cNvPr id="54275" name="Rectangle 2">
            <a:extLst>
              <a:ext uri="{FF2B5EF4-FFF2-40B4-BE49-F238E27FC236}">
                <a16:creationId xmlns:a16="http://schemas.microsoft.com/office/drawing/2014/main" id="{ED1FAAEE-4EA4-BE22-F1C5-D060D1455BB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6" name="Rectangle 3">
            <a:extLst>
              <a:ext uri="{FF2B5EF4-FFF2-40B4-BE49-F238E27FC236}">
                <a16:creationId xmlns:a16="http://schemas.microsoft.com/office/drawing/2014/main" id="{259DD1E3-F0A8-2B72-500B-00F4397FAD1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ko-KR" altLang="ko-KR">
              <a:ea typeface="돋움" panose="020B0600000101010101" pitchFamily="34" charset="-127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>
            <a:extLst>
              <a:ext uri="{FF2B5EF4-FFF2-40B4-BE49-F238E27FC236}">
                <a16:creationId xmlns:a16="http://schemas.microsoft.com/office/drawing/2014/main" id="{5C885692-9922-A006-32B5-FBBC1E3E5C5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>
              <a:spcBef>
                <a:spcPct val="0"/>
              </a:spcBef>
            </a:pPr>
            <a:fld id="{F649AC97-E288-47C1-B411-60937F33A01F}" type="slidenum">
              <a:rPr lang="en-US" altLang="ko-KR" sz="1000"/>
              <a:pPr>
                <a:spcBef>
                  <a:spcPct val="0"/>
                </a:spcBef>
              </a:pPr>
              <a:t>26</a:t>
            </a:fld>
            <a:endParaRPr lang="en-US" altLang="ko-KR" sz="1000"/>
          </a:p>
        </p:txBody>
      </p:sp>
      <p:sp>
        <p:nvSpPr>
          <p:cNvPr id="56323" name="Rectangle 2">
            <a:extLst>
              <a:ext uri="{FF2B5EF4-FFF2-40B4-BE49-F238E27FC236}">
                <a16:creationId xmlns:a16="http://schemas.microsoft.com/office/drawing/2014/main" id="{7D570D9D-2071-51A7-10AA-453D84DEEC0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4" name="Rectangle 3">
            <a:extLst>
              <a:ext uri="{FF2B5EF4-FFF2-40B4-BE49-F238E27FC236}">
                <a16:creationId xmlns:a16="http://schemas.microsoft.com/office/drawing/2014/main" id="{326FE47C-1785-9D7E-143E-EE87E95B014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ko-KR" altLang="ko-KR">
              <a:ea typeface="돋움" panose="020B0600000101010101" pitchFamily="34" charset="-127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슬라이드 이미지 개체 틀 1">
            <a:extLst>
              <a:ext uri="{FF2B5EF4-FFF2-40B4-BE49-F238E27FC236}">
                <a16:creationId xmlns:a16="http://schemas.microsoft.com/office/drawing/2014/main" id="{A284550D-D149-62F1-EBF2-F90E57CC427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8371" name="슬라이드 노트 개체 틀 2">
            <a:extLst>
              <a:ext uri="{FF2B5EF4-FFF2-40B4-BE49-F238E27FC236}">
                <a16:creationId xmlns:a16="http://schemas.microsoft.com/office/drawing/2014/main" id="{57B59EEB-9D76-DBE5-6B0D-921F494843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돋움" panose="020B0600000101010101" pitchFamily="34" charset="-127"/>
            </a:endParaRPr>
          </a:p>
        </p:txBody>
      </p:sp>
      <p:sp>
        <p:nvSpPr>
          <p:cNvPr id="58372" name="슬라이드 번호 개체 틀 3">
            <a:extLst>
              <a:ext uri="{FF2B5EF4-FFF2-40B4-BE49-F238E27FC236}">
                <a16:creationId xmlns:a16="http://schemas.microsoft.com/office/drawing/2014/main" id="{7AFBC015-5023-9A06-6A98-7A0422AACD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>
              <a:spcBef>
                <a:spcPct val="0"/>
              </a:spcBef>
            </a:pPr>
            <a:fld id="{17E44A7D-EF2F-43DA-8AA4-FA4AF620AF3E}" type="slidenum">
              <a:rPr lang="en-US" altLang="ko-KR" sz="1000"/>
              <a:pPr>
                <a:spcBef>
                  <a:spcPct val="0"/>
                </a:spcBef>
              </a:pPr>
              <a:t>27</a:t>
            </a:fld>
            <a:endParaRPr lang="en-US" altLang="ko-KR" sz="100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>
            <a:extLst>
              <a:ext uri="{FF2B5EF4-FFF2-40B4-BE49-F238E27FC236}">
                <a16:creationId xmlns:a16="http://schemas.microsoft.com/office/drawing/2014/main" id="{F74195D8-4439-3E8F-E082-5436839D87D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>
              <a:spcBef>
                <a:spcPct val="0"/>
              </a:spcBef>
            </a:pPr>
            <a:fld id="{606FB2EE-8B4C-469A-B1BC-EAD45FBF9E63}" type="slidenum">
              <a:rPr lang="en-US" altLang="ko-KR" sz="1000"/>
              <a:pPr>
                <a:spcBef>
                  <a:spcPct val="0"/>
                </a:spcBef>
              </a:pPr>
              <a:t>28</a:t>
            </a:fld>
            <a:endParaRPr lang="en-US" altLang="ko-KR" sz="1000"/>
          </a:p>
        </p:txBody>
      </p:sp>
      <p:sp>
        <p:nvSpPr>
          <p:cNvPr id="60419" name="Rectangle 2">
            <a:extLst>
              <a:ext uri="{FF2B5EF4-FFF2-40B4-BE49-F238E27FC236}">
                <a16:creationId xmlns:a16="http://schemas.microsoft.com/office/drawing/2014/main" id="{2C4548EA-0D49-8865-7F4F-3EB2E205F83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20" name="Rectangle 3">
            <a:extLst>
              <a:ext uri="{FF2B5EF4-FFF2-40B4-BE49-F238E27FC236}">
                <a16:creationId xmlns:a16="http://schemas.microsoft.com/office/drawing/2014/main" id="{24D68C0F-EB0E-7F94-EBF3-1A7078B13B8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ko-KR" altLang="ko-KR">
              <a:ea typeface="돋움" panose="020B0600000101010101" pitchFamily="34" charset="-127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>
            <a:extLst>
              <a:ext uri="{FF2B5EF4-FFF2-40B4-BE49-F238E27FC236}">
                <a16:creationId xmlns:a16="http://schemas.microsoft.com/office/drawing/2014/main" id="{F13B3796-C570-A988-F569-C1A5FB8D9D8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>
              <a:spcBef>
                <a:spcPct val="0"/>
              </a:spcBef>
            </a:pPr>
            <a:fld id="{A4D21E9C-9977-4A58-AB26-FA2536E13728}" type="slidenum">
              <a:rPr lang="en-US" altLang="ko-KR" sz="1000"/>
              <a:pPr>
                <a:spcBef>
                  <a:spcPct val="0"/>
                </a:spcBef>
              </a:pPr>
              <a:t>29</a:t>
            </a:fld>
            <a:endParaRPr lang="en-US" altLang="ko-KR" sz="1000"/>
          </a:p>
        </p:txBody>
      </p:sp>
      <p:sp>
        <p:nvSpPr>
          <p:cNvPr id="62467" name="Rectangle 2">
            <a:extLst>
              <a:ext uri="{FF2B5EF4-FFF2-40B4-BE49-F238E27FC236}">
                <a16:creationId xmlns:a16="http://schemas.microsoft.com/office/drawing/2014/main" id="{DF71C7CA-3F8B-C0AA-768C-83D986F1299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8" name="Rectangle 3">
            <a:extLst>
              <a:ext uri="{FF2B5EF4-FFF2-40B4-BE49-F238E27FC236}">
                <a16:creationId xmlns:a16="http://schemas.microsoft.com/office/drawing/2014/main" id="{AC02B484-B1E6-6045-A213-6D46E466401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ko-KR" altLang="ko-KR">
              <a:ea typeface="돋움" panose="020B0600000101010101" pitchFamily="34" charset="-127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>
            <a:extLst>
              <a:ext uri="{FF2B5EF4-FFF2-40B4-BE49-F238E27FC236}">
                <a16:creationId xmlns:a16="http://schemas.microsoft.com/office/drawing/2014/main" id="{D4FF2357-5BF5-F946-2AE0-DE0658B0F41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>
              <a:spcBef>
                <a:spcPct val="0"/>
              </a:spcBef>
            </a:pPr>
            <a:fld id="{D2B5E7D8-1ACB-491C-9D34-E1E63F8A1F8D}" type="slidenum">
              <a:rPr lang="en-US" altLang="ko-KR" sz="1000"/>
              <a:pPr>
                <a:spcBef>
                  <a:spcPct val="0"/>
                </a:spcBef>
              </a:pPr>
              <a:t>30</a:t>
            </a:fld>
            <a:endParaRPr lang="en-US" altLang="ko-KR" sz="1000"/>
          </a:p>
        </p:txBody>
      </p:sp>
      <p:sp>
        <p:nvSpPr>
          <p:cNvPr id="64515" name="Rectangle 2">
            <a:extLst>
              <a:ext uri="{FF2B5EF4-FFF2-40B4-BE49-F238E27FC236}">
                <a16:creationId xmlns:a16="http://schemas.microsoft.com/office/drawing/2014/main" id="{47C22E51-BF46-A0D9-9E0F-59FCBB9D9CC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6" name="Rectangle 3">
            <a:extLst>
              <a:ext uri="{FF2B5EF4-FFF2-40B4-BE49-F238E27FC236}">
                <a16:creationId xmlns:a16="http://schemas.microsoft.com/office/drawing/2014/main" id="{47D2AD0B-6BF7-B70C-89E8-04808BB5836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ko-KR" altLang="ko-KR">
              <a:ea typeface="돋움" panose="020B0600000101010101" pitchFamily="34" charset="-127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>
            <a:extLst>
              <a:ext uri="{FF2B5EF4-FFF2-40B4-BE49-F238E27FC236}">
                <a16:creationId xmlns:a16="http://schemas.microsoft.com/office/drawing/2014/main" id="{8D28CDE0-0FBF-1746-951B-66C675679DB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>
              <a:spcBef>
                <a:spcPct val="0"/>
              </a:spcBef>
            </a:pPr>
            <a:fld id="{76F18EA2-C4D9-48AE-A986-4B29D629ACC6}" type="slidenum">
              <a:rPr lang="en-US" altLang="ko-KR" sz="1000"/>
              <a:pPr>
                <a:spcBef>
                  <a:spcPct val="0"/>
                </a:spcBef>
              </a:pPr>
              <a:t>31</a:t>
            </a:fld>
            <a:endParaRPr lang="en-US" altLang="ko-KR" sz="1000"/>
          </a:p>
        </p:txBody>
      </p:sp>
      <p:sp>
        <p:nvSpPr>
          <p:cNvPr id="66563" name="Rectangle 2">
            <a:extLst>
              <a:ext uri="{FF2B5EF4-FFF2-40B4-BE49-F238E27FC236}">
                <a16:creationId xmlns:a16="http://schemas.microsoft.com/office/drawing/2014/main" id="{9F1A900F-697E-372E-3124-65E00F276BA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4" name="Rectangle 3">
            <a:extLst>
              <a:ext uri="{FF2B5EF4-FFF2-40B4-BE49-F238E27FC236}">
                <a16:creationId xmlns:a16="http://schemas.microsoft.com/office/drawing/2014/main" id="{8B3211CB-1F8A-DE8C-8C33-C358F03A06A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ko-KR" altLang="ko-KR">
              <a:ea typeface="돋움" panose="020B0600000101010101" pitchFamily="34" charset="-127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>
            <a:extLst>
              <a:ext uri="{FF2B5EF4-FFF2-40B4-BE49-F238E27FC236}">
                <a16:creationId xmlns:a16="http://schemas.microsoft.com/office/drawing/2014/main" id="{401A518A-6B7D-D703-EE50-C1E5CC60C23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>
              <a:spcBef>
                <a:spcPct val="0"/>
              </a:spcBef>
            </a:pPr>
            <a:fld id="{9BB8EBC7-D7C7-4020-AF13-F6015ECD88FD}" type="slidenum">
              <a:rPr lang="en-US" altLang="ko-KR" sz="1000"/>
              <a:pPr>
                <a:spcBef>
                  <a:spcPct val="0"/>
                </a:spcBef>
              </a:pPr>
              <a:t>32</a:t>
            </a:fld>
            <a:endParaRPr lang="en-US" altLang="ko-KR" sz="1000"/>
          </a:p>
        </p:txBody>
      </p:sp>
      <p:sp>
        <p:nvSpPr>
          <p:cNvPr id="68611" name="Rectangle 2">
            <a:extLst>
              <a:ext uri="{FF2B5EF4-FFF2-40B4-BE49-F238E27FC236}">
                <a16:creationId xmlns:a16="http://schemas.microsoft.com/office/drawing/2014/main" id="{187489AF-5DF3-C209-E41A-6EECD320E4F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2" name="Rectangle 3">
            <a:extLst>
              <a:ext uri="{FF2B5EF4-FFF2-40B4-BE49-F238E27FC236}">
                <a16:creationId xmlns:a16="http://schemas.microsoft.com/office/drawing/2014/main" id="{F480A1CB-4455-F545-E930-E268022E35F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ko-KR" altLang="ko-KR">
              <a:ea typeface="돋움" panose="020B0600000101010101" pitchFamily="34" charset="-127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>
            <a:extLst>
              <a:ext uri="{FF2B5EF4-FFF2-40B4-BE49-F238E27FC236}">
                <a16:creationId xmlns:a16="http://schemas.microsoft.com/office/drawing/2014/main" id="{3DD9700E-7632-6C56-136F-C465220E633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>
              <a:spcBef>
                <a:spcPct val="0"/>
              </a:spcBef>
            </a:pPr>
            <a:fld id="{BAF53432-6A05-4316-80FA-D8173CB184D3}" type="slidenum">
              <a:rPr lang="en-US" altLang="ko-KR" sz="1000"/>
              <a:pPr>
                <a:spcBef>
                  <a:spcPct val="0"/>
                </a:spcBef>
              </a:pPr>
              <a:t>33</a:t>
            </a:fld>
            <a:endParaRPr lang="en-US" altLang="ko-KR" sz="1000"/>
          </a:p>
        </p:txBody>
      </p:sp>
      <p:sp>
        <p:nvSpPr>
          <p:cNvPr id="70659" name="Rectangle 2">
            <a:extLst>
              <a:ext uri="{FF2B5EF4-FFF2-40B4-BE49-F238E27FC236}">
                <a16:creationId xmlns:a16="http://schemas.microsoft.com/office/drawing/2014/main" id="{10992737-AC5F-A7C1-2CC7-52738BF6FC1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60" name="Rectangle 3">
            <a:extLst>
              <a:ext uri="{FF2B5EF4-FFF2-40B4-BE49-F238E27FC236}">
                <a16:creationId xmlns:a16="http://schemas.microsoft.com/office/drawing/2014/main" id="{80363E1C-5C5D-4E58-2BAC-F3BD28BE3A3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ko-KR" altLang="ko-KR">
              <a:ea typeface="돋움" panose="020B0600000101010101" pitchFamily="34" charset="-127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>
            <a:extLst>
              <a:ext uri="{FF2B5EF4-FFF2-40B4-BE49-F238E27FC236}">
                <a16:creationId xmlns:a16="http://schemas.microsoft.com/office/drawing/2014/main" id="{66410E92-CC6B-D188-B797-B79BE7002A1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>
              <a:spcBef>
                <a:spcPct val="0"/>
              </a:spcBef>
            </a:pPr>
            <a:fld id="{51C3BDBC-CE7D-40F6-A134-6FEDFC26257A}" type="slidenum">
              <a:rPr lang="en-US" altLang="ko-KR" sz="1000"/>
              <a:pPr>
                <a:spcBef>
                  <a:spcPct val="0"/>
                </a:spcBef>
              </a:pPr>
              <a:t>34</a:t>
            </a:fld>
            <a:endParaRPr lang="en-US" altLang="ko-KR" sz="1000"/>
          </a:p>
        </p:txBody>
      </p:sp>
      <p:sp>
        <p:nvSpPr>
          <p:cNvPr id="72707" name="Rectangle 2">
            <a:extLst>
              <a:ext uri="{FF2B5EF4-FFF2-40B4-BE49-F238E27FC236}">
                <a16:creationId xmlns:a16="http://schemas.microsoft.com/office/drawing/2014/main" id="{9A7366AC-0CB3-3054-E4C1-3C410CA64E0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8" name="Rectangle 3">
            <a:extLst>
              <a:ext uri="{FF2B5EF4-FFF2-40B4-BE49-F238E27FC236}">
                <a16:creationId xmlns:a16="http://schemas.microsoft.com/office/drawing/2014/main" id="{AFA1F383-4F0E-16D2-7BC4-942AB128071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ko-KR" altLang="ko-KR">
              <a:ea typeface="돋움" panose="020B0600000101010101" pitchFamily="34" charset="-127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>
            <a:extLst>
              <a:ext uri="{FF2B5EF4-FFF2-40B4-BE49-F238E27FC236}">
                <a16:creationId xmlns:a16="http://schemas.microsoft.com/office/drawing/2014/main" id="{77534743-7BCD-D06A-EF24-D622A93FD34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>
              <a:spcBef>
                <a:spcPct val="0"/>
              </a:spcBef>
            </a:pPr>
            <a:fld id="{17A2966D-03D5-4287-BB42-EE0159583544}" type="slidenum">
              <a:rPr lang="en-US" altLang="ko-KR" sz="1000"/>
              <a:pPr>
                <a:spcBef>
                  <a:spcPct val="0"/>
                </a:spcBef>
              </a:pPr>
              <a:t>35</a:t>
            </a:fld>
            <a:endParaRPr lang="en-US" altLang="ko-KR" sz="1000"/>
          </a:p>
        </p:txBody>
      </p:sp>
      <p:sp>
        <p:nvSpPr>
          <p:cNvPr id="74755" name="Rectangle 2">
            <a:extLst>
              <a:ext uri="{FF2B5EF4-FFF2-40B4-BE49-F238E27FC236}">
                <a16:creationId xmlns:a16="http://schemas.microsoft.com/office/drawing/2014/main" id="{9607A650-1D34-9581-9C15-E7F405E9FBF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6" name="Rectangle 3">
            <a:extLst>
              <a:ext uri="{FF2B5EF4-FFF2-40B4-BE49-F238E27FC236}">
                <a16:creationId xmlns:a16="http://schemas.microsoft.com/office/drawing/2014/main" id="{941C3D4F-93B1-A237-ADD9-64BCD6F80A5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ko-KR" altLang="ko-KR">
              <a:ea typeface="돋움" panose="020B0600000101010101" pitchFamily="34" charset="-127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>
            <a:extLst>
              <a:ext uri="{FF2B5EF4-FFF2-40B4-BE49-F238E27FC236}">
                <a16:creationId xmlns:a16="http://schemas.microsoft.com/office/drawing/2014/main" id="{C375BC28-0EBE-B11F-9391-FD4539CBBF0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>
              <a:spcBef>
                <a:spcPct val="0"/>
              </a:spcBef>
            </a:pPr>
            <a:fld id="{AC75D324-BA68-4F16-92CC-41BC5EF18801}" type="slidenum">
              <a:rPr lang="en-US" altLang="ko-KR" sz="1000"/>
              <a:pPr>
                <a:spcBef>
                  <a:spcPct val="0"/>
                </a:spcBef>
              </a:pPr>
              <a:t>36</a:t>
            </a:fld>
            <a:endParaRPr lang="en-US" altLang="ko-KR" sz="1000"/>
          </a:p>
        </p:txBody>
      </p:sp>
      <p:sp>
        <p:nvSpPr>
          <p:cNvPr id="76803" name="Rectangle 2">
            <a:extLst>
              <a:ext uri="{FF2B5EF4-FFF2-40B4-BE49-F238E27FC236}">
                <a16:creationId xmlns:a16="http://schemas.microsoft.com/office/drawing/2014/main" id="{2B9B4C67-E3AC-1754-65BD-AAB645BEFF0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4" name="Rectangle 3">
            <a:extLst>
              <a:ext uri="{FF2B5EF4-FFF2-40B4-BE49-F238E27FC236}">
                <a16:creationId xmlns:a16="http://schemas.microsoft.com/office/drawing/2014/main" id="{D4A42D15-5254-A8B1-6041-D824523B70C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ko-KR" altLang="ko-KR">
              <a:ea typeface="돋움" panose="020B0600000101010101" pitchFamily="34" charset="-127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>
            <a:extLst>
              <a:ext uri="{FF2B5EF4-FFF2-40B4-BE49-F238E27FC236}">
                <a16:creationId xmlns:a16="http://schemas.microsoft.com/office/drawing/2014/main" id="{CC556CF2-0056-B0BD-63FB-9547B9FB88A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>
              <a:spcBef>
                <a:spcPct val="0"/>
              </a:spcBef>
            </a:pPr>
            <a:fld id="{FB04F5ED-63BF-42CF-9287-4FDA085B8DA6}" type="slidenum">
              <a:rPr lang="en-US" altLang="ko-KR" sz="1000"/>
              <a:pPr>
                <a:spcBef>
                  <a:spcPct val="0"/>
                </a:spcBef>
              </a:pPr>
              <a:t>37</a:t>
            </a:fld>
            <a:endParaRPr lang="en-US" altLang="ko-KR" sz="1000"/>
          </a:p>
        </p:txBody>
      </p:sp>
      <p:sp>
        <p:nvSpPr>
          <p:cNvPr id="78851" name="Rectangle 2">
            <a:extLst>
              <a:ext uri="{FF2B5EF4-FFF2-40B4-BE49-F238E27FC236}">
                <a16:creationId xmlns:a16="http://schemas.microsoft.com/office/drawing/2014/main" id="{D8540A3A-86F4-9283-B60B-D30AD21506E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2" name="Rectangle 3">
            <a:extLst>
              <a:ext uri="{FF2B5EF4-FFF2-40B4-BE49-F238E27FC236}">
                <a16:creationId xmlns:a16="http://schemas.microsoft.com/office/drawing/2014/main" id="{E441796E-2781-AE19-6B66-56857951339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ko-KR" altLang="ko-KR">
              <a:ea typeface="돋움" panose="020B0600000101010101" pitchFamily="34" charset="-127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>
            <a:extLst>
              <a:ext uri="{FF2B5EF4-FFF2-40B4-BE49-F238E27FC236}">
                <a16:creationId xmlns:a16="http://schemas.microsoft.com/office/drawing/2014/main" id="{1541DD11-C4B2-A572-91DA-279443440DD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>
              <a:spcBef>
                <a:spcPct val="0"/>
              </a:spcBef>
            </a:pPr>
            <a:fld id="{F419D16E-37CB-432F-B08F-7FBB65B32E7E}" type="slidenum">
              <a:rPr lang="en-US" altLang="ko-KR" sz="1000"/>
              <a:pPr>
                <a:spcBef>
                  <a:spcPct val="0"/>
                </a:spcBef>
              </a:pPr>
              <a:t>38</a:t>
            </a:fld>
            <a:endParaRPr lang="en-US" altLang="ko-KR" sz="1000"/>
          </a:p>
        </p:txBody>
      </p:sp>
      <p:sp>
        <p:nvSpPr>
          <p:cNvPr id="80899" name="Rectangle 2">
            <a:extLst>
              <a:ext uri="{FF2B5EF4-FFF2-40B4-BE49-F238E27FC236}">
                <a16:creationId xmlns:a16="http://schemas.microsoft.com/office/drawing/2014/main" id="{E343359E-DDE5-D4D3-F659-4ED78D0D9CF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900" name="Rectangle 3">
            <a:extLst>
              <a:ext uri="{FF2B5EF4-FFF2-40B4-BE49-F238E27FC236}">
                <a16:creationId xmlns:a16="http://schemas.microsoft.com/office/drawing/2014/main" id="{AF6708C6-CCD9-A160-5A6E-D52A60B455A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ko-KR" altLang="ko-KR">
              <a:ea typeface="돋움" panose="020B0600000101010101" pitchFamily="34" charset="-127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>
            <a:extLst>
              <a:ext uri="{FF2B5EF4-FFF2-40B4-BE49-F238E27FC236}">
                <a16:creationId xmlns:a16="http://schemas.microsoft.com/office/drawing/2014/main" id="{2B789DA7-9C5B-A16E-CA82-829D07B23B4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>
              <a:spcBef>
                <a:spcPct val="0"/>
              </a:spcBef>
            </a:pPr>
            <a:fld id="{F737247D-41AE-4DB3-9641-22BEB696AAEA}" type="slidenum">
              <a:rPr lang="en-US" altLang="ko-KR" sz="1000"/>
              <a:pPr>
                <a:spcBef>
                  <a:spcPct val="0"/>
                </a:spcBef>
              </a:pPr>
              <a:t>39</a:t>
            </a:fld>
            <a:endParaRPr lang="en-US" altLang="ko-KR" sz="1000"/>
          </a:p>
        </p:txBody>
      </p:sp>
      <p:sp>
        <p:nvSpPr>
          <p:cNvPr id="82947" name="Rectangle 2">
            <a:extLst>
              <a:ext uri="{FF2B5EF4-FFF2-40B4-BE49-F238E27FC236}">
                <a16:creationId xmlns:a16="http://schemas.microsoft.com/office/drawing/2014/main" id="{4535078A-E663-59E2-CD5D-61D87FD6415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>
            <a:extLst>
              <a:ext uri="{FF2B5EF4-FFF2-40B4-BE49-F238E27FC236}">
                <a16:creationId xmlns:a16="http://schemas.microsoft.com/office/drawing/2014/main" id="{8B0FACED-224D-E40D-2DB5-FD408BA363E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ko-KR" altLang="ko-KR">
              <a:ea typeface="돋움" panose="020B0600000101010101" pitchFamily="34" charset="-127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슬라이드 이미지 개체 틀 1">
            <a:extLst>
              <a:ext uri="{FF2B5EF4-FFF2-40B4-BE49-F238E27FC236}">
                <a16:creationId xmlns:a16="http://schemas.microsoft.com/office/drawing/2014/main" id="{CE4DEB58-48E4-AA23-23F3-DDCE09299B6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4995" name="슬라이드 노트 개체 틀 2">
            <a:extLst>
              <a:ext uri="{FF2B5EF4-FFF2-40B4-BE49-F238E27FC236}">
                <a16:creationId xmlns:a16="http://schemas.microsoft.com/office/drawing/2014/main" id="{7800ED22-64F1-3B77-AE71-189CDE4317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돋움" panose="020B0600000101010101" pitchFamily="34" charset="-127"/>
            </a:endParaRPr>
          </a:p>
        </p:txBody>
      </p:sp>
      <p:sp>
        <p:nvSpPr>
          <p:cNvPr id="84996" name="슬라이드 번호 개체 틀 3">
            <a:extLst>
              <a:ext uri="{FF2B5EF4-FFF2-40B4-BE49-F238E27FC236}">
                <a16:creationId xmlns:a16="http://schemas.microsoft.com/office/drawing/2014/main" id="{9F67E127-3BE8-6B24-0F8C-A2DCB00CE1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>
              <a:spcBef>
                <a:spcPct val="0"/>
              </a:spcBef>
            </a:pPr>
            <a:fld id="{F6F55119-A16D-46EA-A6E4-C13C2B655A4E}" type="slidenum">
              <a:rPr lang="en-US" altLang="ko-KR" sz="1000"/>
              <a:pPr>
                <a:spcBef>
                  <a:spcPct val="0"/>
                </a:spcBef>
              </a:pPr>
              <a:t>40</a:t>
            </a:fld>
            <a:endParaRPr lang="en-US" altLang="ko-KR" sz="1000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>
            <a:extLst>
              <a:ext uri="{FF2B5EF4-FFF2-40B4-BE49-F238E27FC236}">
                <a16:creationId xmlns:a16="http://schemas.microsoft.com/office/drawing/2014/main" id="{2E60DAEC-4091-8AE5-2AD8-ECE27D92AAA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>
              <a:spcBef>
                <a:spcPct val="0"/>
              </a:spcBef>
            </a:pPr>
            <a:fld id="{57E1E164-8256-408F-84F1-3F0B72E815C9}" type="slidenum">
              <a:rPr lang="en-US" altLang="ko-KR" sz="1000"/>
              <a:pPr>
                <a:spcBef>
                  <a:spcPct val="0"/>
                </a:spcBef>
              </a:pPr>
              <a:t>41</a:t>
            </a:fld>
            <a:endParaRPr lang="en-US" altLang="ko-KR" sz="1000"/>
          </a:p>
        </p:txBody>
      </p:sp>
      <p:sp>
        <p:nvSpPr>
          <p:cNvPr id="87043" name="Rectangle 2">
            <a:extLst>
              <a:ext uri="{FF2B5EF4-FFF2-40B4-BE49-F238E27FC236}">
                <a16:creationId xmlns:a16="http://schemas.microsoft.com/office/drawing/2014/main" id="{59594425-2623-DC8B-2AED-A046C91C5F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4" name="Rectangle 3">
            <a:extLst>
              <a:ext uri="{FF2B5EF4-FFF2-40B4-BE49-F238E27FC236}">
                <a16:creationId xmlns:a16="http://schemas.microsoft.com/office/drawing/2014/main" id="{DEB6F01B-4EB0-A904-BBD9-A2A70897D6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ko-KR" altLang="ko-KR">
              <a:ea typeface="돋움" panose="020B0600000101010101" pitchFamily="34" charset="-127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7">
            <a:extLst>
              <a:ext uri="{FF2B5EF4-FFF2-40B4-BE49-F238E27FC236}">
                <a16:creationId xmlns:a16="http://schemas.microsoft.com/office/drawing/2014/main" id="{07CDDF72-DFE8-A1E4-F830-4090B1831EA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>
              <a:spcBef>
                <a:spcPct val="0"/>
              </a:spcBef>
            </a:pPr>
            <a:fld id="{97C57F21-C745-4616-8262-A4992F85ED7D}" type="slidenum">
              <a:rPr lang="en-US" altLang="ko-KR" sz="1000"/>
              <a:pPr>
                <a:spcBef>
                  <a:spcPct val="0"/>
                </a:spcBef>
              </a:pPr>
              <a:t>42</a:t>
            </a:fld>
            <a:endParaRPr lang="en-US" altLang="ko-KR" sz="1000"/>
          </a:p>
        </p:txBody>
      </p:sp>
      <p:sp>
        <p:nvSpPr>
          <p:cNvPr id="89091" name="Rectangle 2">
            <a:extLst>
              <a:ext uri="{FF2B5EF4-FFF2-40B4-BE49-F238E27FC236}">
                <a16:creationId xmlns:a16="http://schemas.microsoft.com/office/drawing/2014/main" id="{A2BD4E42-265E-E5A7-0C21-DC00FA26489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2" name="Rectangle 3">
            <a:extLst>
              <a:ext uri="{FF2B5EF4-FFF2-40B4-BE49-F238E27FC236}">
                <a16:creationId xmlns:a16="http://schemas.microsoft.com/office/drawing/2014/main" id="{44FD3482-E87D-6F58-E65B-98DDD560E68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ko-KR" altLang="ko-KR">
              <a:ea typeface="돋움" panose="020B0600000101010101" pitchFamily="34" charset="-127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7">
            <a:extLst>
              <a:ext uri="{FF2B5EF4-FFF2-40B4-BE49-F238E27FC236}">
                <a16:creationId xmlns:a16="http://schemas.microsoft.com/office/drawing/2014/main" id="{AD25E49C-A177-4204-2E46-B5494089163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>
              <a:spcBef>
                <a:spcPct val="0"/>
              </a:spcBef>
            </a:pPr>
            <a:fld id="{578B9546-1F08-4216-8DC8-D47AA0418214}" type="slidenum">
              <a:rPr lang="en-US" altLang="ko-KR" sz="1000"/>
              <a:pPr>
                <a:spcBef>
                  <a:spcPct val="0"/>
                </a:spcBef>
              </a:pPr>
              <a:t>43</a:t>
            </a:fld>
            <a:endParaRPr lang="en-US" altLang="ko-KR" sz="1000"/>
          </a:p>
        </p:txBody>
      </p:sp>
      <p:sp>
        <p:nvSpPr>
          <p:cNvPr id="91139" name="Rectangle 2">
            <a:extLst>
              <a:ext uri="{FF2B5EF4-FFF2-40B4-BE49-F238E27FC236}">
                <a16:creationId xmlns:a16="http://schemas.microsoft.com/office/drawing/2014/main" id="{C3F44DF6-4642-1E75-5D4F-1297265ACDA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40" name="Rectangle 3">
            <a:extLst>
              <a:ext uri="{FF2B5EF4-FFF2-40B4-BE49-F238E27FC236}">
                <a16:creationId xmlns:a16="http://schemas.microsoft.com/office/drawing/2014/main" id="{91077836-FA6B-25B6-603C-1E7A50F2360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ko-KR" altLang="ko-KR">
              <a:ea typeface="돋움" panose="020B0600000101010101" pitchFamily="34" charset="-127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슬라이드 이미지 개체 틀 1">
            <a:extLst>
              <a:ext uri="{FF2B5EF4-FFF2-40B4-BE49-F238E27FC236}">
                <a16:creationId xmlns:a16="http://schemas.microsoft.com/office/drawing/2014/main" id="{3043D118-92D5-EE7C-0C96-53AC430A9AF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3187" name="슬라이드 노트 개체 틀 2">
            <a:extLst>
              <a:ext uri="{FF2B5EF4-FFF2-40B4-BE49-F238E27FC236}">
                <a16:creationId xmlns:a16="http://schemas.microsoft.com/office/drawing/2014/main" id="{9700E3E9-1756-FFCF-0236-9FEC55C975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돋움" panose="020B0600000101010101" pitchFamily="34" charset="-127"/>
            </a:endParaRPr>
          </a:p>
        </p:txBody>
      </p:sp>
      <p:sp>
        <p:nvSpPr>
          <p:cNvPr id="93188" name="슬라이드 번호 개체 틀 3">
            <a:extLst>
              <a:ext uri="{FF2B5EF4-FFF2-40B4-BE49-F238E27FC236}">
                <a16:creationId xmlns:a16="http://schemas.microsoft.com/office/drawing/2014/main" id="{0A92B45E-4201-8879-0167-7335701413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>
              <a:spcBef>
                <a:spcPct val="0"/>
              </a:spcBef>
            </a:pPr>
            <a:fld id="{3C4F6568-D594-4115-AD34-46B23F579F55}" type="slidenum">
              <a:rPr lang="en-US" altLang="ko-KR" sz="1000"/>
              <a:pPr>
                <a:spcBef>
                  <a:spcPct val="0"/>
                </a:spcBef>
              </a:pPr>
              <a:t>44</a:t>
            </a:fld>
            <a:endParaRPr lang="en-US" altLang="ko-KR" sz="100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2D78C25F-2EA9-D3D3-E8C4-80F2946733C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BDA4D4B7-E142-15C3-7E89-67642A4C23F4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E1C41AA-108F-420A-BA48-D4845EA2C653}" type="slidenum">
              <a:rPr lang="en-US" altLang="ko-KR"/>
              <a:pPr/>
              <a:t>‹#›</a:t>
            </a:fld>
            <a:endParaRPr lang="en-US" altLang="ko-KR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F76A8F22-C3C1-6C0A-61B0-A3DFA4FC5CE8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1876305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D9971255-E224-B4A0-83EF-20B9C19F625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9E42683C-7F25-E292-23E8-15861FF8B5A2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A612E20-D910-4DA0-8744-6A95B7523CC1}" type="slidenum">
              <a:rPr lang="en-US" altLang="ko-KR"/>
              <a:pPr/>
              <a:t>‹#›</a:t>
            </a:fld>
            <a:endParaRPr lang="en-US" altLang="ko-KR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49CCFC24-177F-FDAC-11D1-2EC4857059E0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4084600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8AD560CB-330A-FBA8-672C-65F0DADCE8C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67A27EDB-9FDB-3A16-F428-FC2DC7184B40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C89B65E-2EF4-49E9-928C-1E9DF8258FF1}" type="slidenum">
              <a:rPr lang="en-US" altLang="ko-KR"/>
              <a:pPr/>
              <a:t>‹#›</a:t>
            </a:fld>
            <a:endParaRPr lang="en-US" altLang="ko-KR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7009BB96-D4AA-4DE1-12D1-5718E4A72F64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8180367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381000" y="1600200"/>
            <a:ext cx="41529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86300" y="1600200"/>
            <a:ext cx="41529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FF954EA-776E-7711-C569-B575BA0F838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D4AFD67-E7A2-CB52-8A69-956CF3A0696F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7C8C46E-F88F-4B3E-95D4-AB871D54726E}" type="slidenum">
              <a:rPr lang="en-US" altLang="ko-KR"/>
              <a:pPr/>
              <a:t>‹#›</a:t>
            </a:fld>
            <a:endParaRPr lang="en-US" altLang="ko-KR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C84D4B8B-07D3-48E8-BF1E-CB3FB61DDF8C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5358453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4A8FA9DB-3EBB-5381-39AC-8300441A8D2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7A9BF18F-3F0D-6A48-BAD3-799123AFA8B7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7F13740-2F63-4DC9-9814-E93E42C8FB33}" type="slidenum">
              <a:rPr lang="en-US" altLang="ko-KR"/>
              <a:pPr/>
              <a:t>‹#›</a:t>
            </a:fld>
            <a:endParaRPr lang="en-US" altLang="ko-KR"/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42EAE932-1370-2009-B6CA-4A67953B7E38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8207202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B51DF7E1-59AF-494A-17E7-69E24AC12E9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9BFA4FCB-27F6-5137-FC2F-392A31D1E933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A96AAE5-DB15-4B2E-8258-180BFE309F7D}" type="slidenum">
              <a:rPr lang="en-US" altLang="ko-KR"/>
              <a:pPr/>
              <a:t>‹#›</a:t>
            </a:fld>
            <a:endParaRPr lang="en-US" altLang="ko-KR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74E20F20-DC62-F754-E56C-F3D4EBF1E054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5426398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id="{41F1C1B0-C2FE-C5C4-D085-456D9C4917C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73C97BDD-5E6A-6F6C-5523-F5336ACF3985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DF331A5-003A-4422-8DA1-8F8F64290EA1}" type="slidenum">
              <a:rPr lang="en-US" altLang="ko-KR"/>
              <a:pPr/>
              <a:t>‹#›</a:t>
            </a:fld>
            <a:endParaRPr lang="en-US" altLang="ko-KR"/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E92EBE40-B775-10D5-27E0-46EE26900DEB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0120726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B32CF6D-2E3F-42CE-52B6-9B519EB7B5F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514F00B-AE7B-9AE8-1963-9648F4FE1F7C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FAF6CD0-4D0B-40D7-ADF6-9FC02E5048AD}" type="slidenum">
              <a:rPr lang="en-US" altLang="ko-KR"/>
              <a:pPr/>
              <a:t>‹#›</a:t>
            </a:fld>
            <a:endParaRPr lang="en-US" altLang="ko-KR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7B2FD4BD-A5DE-48D0-862B-D23A10B05E7D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6485318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76F85AE-EA47-5CCF-0F57-757B83C0851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E1D3D8A-94AC-AA2C-843D-058D9EA74787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CC11190-46D6-49F1-9285-D97C117F6D71}" type="slidenum">
              <a:rPr lang="en-US" altLang="ko-KR"/>
              <a:pPr/>
              <a:t>‹#›</a:t>
            </a:fld>
            <a:endParaRPr lang="en-US" altLang="ko-KR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2E7164AF-459F-9621-A246-AE1B1869ABB1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7878163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B241F26F-9970-ABDE-ECF5-7028C78A26F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8E9A2E3C-ACC5-929F-4F4B-4D858C14BE76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CA77750-56BC-4F3D-A00F-513CBC2ADED2}" type="slidenum">
              <a:rPr lang="en-US" altLang="ko-KR"/>
              <a:pPr/>
              <a:t>‹#›</a:t>
            </a:fld>
            <a:endParaRPr lang="en-US" altLang="ko-KR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3880B26B-1A99-1A82-C794-05405CD4082A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6050587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724650" y="274638"/>
            <a:ext cx="2114550" cy="6049962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381000" y="274638"/>
            <a:ext cx="6191250" cy="6049962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8ED49A8D-E6B1-DF3D-A71F-2985E5F14FC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1BBF933B-6FA1-C3A4-180E-F69143C91287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5BDE5A0-A8F6-4BE1-8540-A378B9BED90D}" type="slidenum">
              <a:rPr lang="en-US" altLang="ko-KR"/>
              <a:pPr/>
              <a:t>‹#›</a:t>
            </a:fld>
            <a:endParaRPr lang="en-US" altLang="ko-KR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1FD43C2A-71F4-5BC6-3177-F33C6F1EF586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8817820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/>
          </p:nvPr>
        </p:nvSpPr>
        <p:spPr>
          <a:xfrm>
            <a:off x="381000" y="274638"/>
            <a:ext cx="8458200" cy="604996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00AC5462-EDEB-9007-A9B3-405C237CA6C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359C6E87-C0AA-35CD-E7F6-BDE8E300C237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5B09359-6F18-4998-BC94-C31511123898}" type="slidenum">
              <a:rPr lang="en-US" altLang="ko-KR"/>
              <a:pPr/>
              <a:t>‹#›</a:t>
            </a:fld>
            <a:endParaRPr lang="en-US" altLang="ko-KR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03D93EB9-F603-09F1-E104-A9B61076331F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3740482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제목, 텍스트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half" idx="1"/>
          </p:nvPr>
        </p:nvSpPr>
        <p:spPr>
          <a:xfrm>
            <a:off x="381000" y="1600200"/>
            <a:ext cx="4152900" cy="47244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86300" y="1600200"/>
            <a:ext cx="4152900" cy="47244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C1570D0-63E5-25D6-7988-7109A0F61ED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3A7420D-93F5-898C-D789-6766A7E8F1A6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49EF60A-9316-4551-82A5-79F824A8ACDF}" type="slidenum">
              <a:rPr lang="en-US" altLang="ko-KR"/>
              <a:pPr/>
              <a:t>‹#›</a:t>
            </a:fld>
            <a:endParaRPr lang="en-US" altLang="ko-KR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8FAE7AE2-84BB-2CE0-727A-B303851BCE67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2468030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13" Type="http://schemas.openxmlformats.org/officeDocument/2006/relationships/slideLayout" Target="../slideLayouts/slideLayout13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slideLayout" Target="../slideLayouts/slideLayout12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Relationship Id="rId14" Type="http://schemas.openxmlformats.org/officeDocument/2006/relationships/theme" Target="../theme/theme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30A1CFE0-5634-B6DC-4AF8-1B41DC5322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304800"/>
            <a:ext cx="8610600" cy="617220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2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신명조" charset="-127"/>
                <a:ea typeface="신명조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신명조" charset="-127"/>
                <a:ea typeface="신명조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신명조" charset="-127"/>
                <a:ea typeface="신명조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신명조" charset="-127"/>
                <a:ea typeface="신명조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신명조" charset="-127"/>
                <a:ea typeface="신명조" charset="-127"/>
              </a:defRPr>
            </a:lvl5pPr>
            <a:lvl6pPr marL="2514600" indent="-228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신명조" charset="-127"/>
                <a:ea typeface="신명조" charset="-127"/>
              </a:defRPr>
            </a:lvl6pPr>
            <a:lvl7pPr marL="2971800" indent="-228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신명조" charset="-127"/>
                <a:ea typeface="신명조" charset="-127"/>
              </a:defRPr>
            </a:lvl7pPr>
            <a:lvl8pPr marL="3429000" indent="-228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신명조" charset="-127"/>
                <a:ea typeface="신명조" charset="-127"/>
              </a:defRPr>
            </a:lvl8pPr>
            <a:lvl9pPr marL="3886200" indent="-228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신명조" charset="-127"/>
                <a:ea typeface="신명조" charset="-127"/>
              </a:defRPr>
            </a:lvl9pPr>
          </a:lstStyle>
          <a:p>
            <a:pPr eaLnBrk="1" hangingPunct="1">
              <a:lnSpc>
                <a:spcPct val="130000"/>
              </a:lnSpc>
              <a:defRPr/>
            </a:pPr>
            <a:endParaRPr lang="ko-KR" altLang="en-US"/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DD7AE240-0A60-AE35-8568-B2F2D7B19CC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81000" y="1600200"/>
            <a:ext cx="8458200" cy="472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문자열 유형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F388BD57-7E16-83CA-3756-7DAB1592E143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553200"/>
            <a:ext cx="19050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eaLnBrk="1" hangingPunct="1">
              <a:lnSpc>
                <a:spcPct val="100000"/>
              </a:lnSpc>
              <a:defRPr sz="1400">
                <a:latin typeface="Arial" pitchFamily="34" charset="0"/>
                <a:ea typeface="+mj-ea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9D7B2162-9BF6-B974-D90F-8B98BC52471D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553200"/>
            <a:ext cx="19050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latin typeface="Arial" panose="020B0604020202020204" pitchFamily="34" charset="0"/>
                <a:ea typeface="돋움" panose="020B0600000101010101" pitchFamily="34" charset="-127"/>
              </a:defRPr>
            </a:lvl1pPr>
          </a:lstStyle>
          <a:p>
            <a:fld id="{5DF29FE2-8FDA-4CC5-BDDB-7A65DD686499}" type="slidenum">
              <a:rPr lang="en-US" altLang="ko-KR"/>
              <a:pPr/>
              <a:t>‹#›</a:t>
            </a:fld>
            <a:endParaRPr lang="en-US" altLang="ko-KR"/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DBB98852-D997-2078-F7A7-D07C66CD107C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553200"/>
            <a:ext cx="28956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lnSpc>
                <a:spcPct val="100000"/>
              </a:lnSpc>
              <a:defRPr sz="1400">
                <a:latin typeface="Arial" pitchFamily="34" charset="0"/>
                <a:ea typeface="+mj-ea"/>
              </a:defRPr>
            </a:lvl1pPr>
          </a:lstStyle>
          <a:p>
            <a:pPr>
              <a:defRPr/>
            </a:pPr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28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2800">
          <a:solidFill>
            <a:schemeClr val="tx2"/>
          </a:solidFill>
          <a:latin typeface="Times New Roman" pitchFamily="18" charset="0"/>
          <a:ea typeface="돋움" pitchFamily="50" charset="-127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2800">
          <a:solidFill>
            <a:schemeClr val="tx2"/>
          </a:solidFill>
          <a:latin typeface="Times New Roman" pitchFamily="18" charset="0"/>
          <a:ea typeface="돋움" pitchFamily="50" charset="-127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2800">
          <a:solidFill>
            <a:schemeClr val="tx2"/>
          </a:solidFill>
          <a:latin typeface="Times New Roman" pitchFamily="18" charset="0"/>
          <a:ea typeface="돋움" pitchFamily="50" charset="-127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2800">
          <a:solidFill>
            <a:schemeClr val="tx2"/>
          </a:solidFill>
          <a:latin typeface="Times New Roman" pitchFamily="18" charset="0"/>
          <a:ea typeface="돋움" pitchFamily="50" charset="-127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2800">
          <a:solidFill>
            <a:schemeClr val="tx2"/>
          </a:solidFill>
          <a:latin typeface="Times New Roman" pitchFamily="18" charset="0"/>
          <a:ea typeface="돋움" pitchFamily="50" charset="-127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2800">
          <a:solidFill>
            <a:schemeClr val="tx2"/>
          </a:solidFill>
          <a:latin typeface="Times New Roman" pitchFamily="18" charset="0"/>
          <a:ea typeface="돋움" pitchFamily="50" charset="-127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2800">
          <a:solidFill>
            <a:schemeClr val="tx2"/>
          </a:solidFill>
          <a:latin typeface="Times New Roman" pitchFamily="18" charset="0"/>
          <a:ea typeface="돋움" pitchFamily="50" charset="-127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2800">
          <a:solidFill>
            <a:schemeClr val="tx2"/>
          </a:solidFill>
          <a:latin typeface="Times New Roman" pitchFamily="18" charset="0"/>
          <a:ea typeface="돋움" pitchFamily="50" charset="-127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SzPct val="110000"/>
        <a:buChar char="•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16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16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000">
          <a:solidFill>
            <a:schemeClr val="tx1"/>
          </a:solidFill>
          <a:latin typeface="Arial" pitchFamily="34" charset="0"/>
          <a:ea typeface="+mj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•"/>
        <a:defRPr kumimoji="1" sz="2000">
          <a:solidFill>
            <a:schemeClr val="tx1"/>
          </a:solidFill>
          <a:latin typeface="Arial" pitchFamily="34" charset="0"/>
          <a:ea typeface="+mj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•"/>
        <a:defRPr kumimoji="1" sz="2000">
          <a:solidFill>
            <a:schemeClr val="tx1"/>
          </a:solidFill>
          <a:latin typeface="Arial" pitchFamily="34" charset="0"/>
          <a:ea typeface="+mj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•"/>
        <a:defRPr kumimoji="1" sz="2000">
          <a:solidFill>
            <a:schemeClr val="tx1"/>
          </a:solidFill>
          <a:latin typeface="Arial" pitchFamily="34" charset="0"/>
          <a:ea typeface="+mj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•"/>
        <a:defRPr kumimoji="1" sz="2000">
          <a:solidFill>
            <a:schemeClr val="tx1"/>
          </a:solidFill>
          <a:latin typeface="Arial" pitchFamily="34" charset="0"/>
          <a:ea typeface="+mj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3.xml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3.xml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 /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12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 /><Relationship Id="rId1" Type="http://schemas.openxmlformats.org/officeDocument/2006/relationships/slideLayout" Target="../slideLayouts/slideLayout2.xm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 /><Relationship Id="rId1" Type="http://schemas.openxmlformats.org/officeDocument/2006/relationships/slideLayout" Target="../slideLayouts/slideLayout2.xml" 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 /><Relationship Id="rId2" Type="http://schemas.openxmlformats.org/officeDocument/2006/relationships/notesSlide" Target="../notesSlides/notesSlide11.xml" /><Relationship Id="rId1" Type="http://schemas.openxmlformats.org/officeDocument/2006/relationships/slideLayout" Target="../slideLayouts/slideLayout13.xml" 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 /><Relationship Id="rId2" Type="http://schemas.openxmlformats.org/officeDocument/2006/relationships/notesSlide" Target="../notesSlides/notesSlide12.xml" /><Relationship Id="rId1" Type="http://schemas.openxmlformats.org/officeDocument/2006/relationships/slideLayout" Target="../slideLayouts/slideLayout13.xml" 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 /><Relationship Id="rId1" Type="http://schemas.openxmlformats.org/officeDocument/2006/relationships/slideLayout" Target="../slideLayouts/slideLayout2.xml" 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 /><Relationship Id="rId2" Type="http://schemas.openxmlformats.org/officeDocument/2006/relationships/notesSlide" Target="../notesSlides/notesSlide14.xml" /><Relationship Id="rId1" Type="http://schemas.openxmlformats.org/officeDocument/2006/relationships/slideLayout" Target="../slideLayouts/slideLayout13.xml" 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 /><Relationship Id="rId1" Type="http://schemas.openxmlformats.org/officeDocument/2006/relationships/slideLayout" Target="../slideLayouts/slideLayout2.xml" 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 /><Relationship Id="rId2" Type="http://schemas.openxmlformats.org/officeDocument/2006/relationships/notesSlide" Target="../notesSlides/notesSlide16.xml" /><Relationship Id="rId1" Type="http://schemas.openxmlformats.org/officeDocument/2006/relationships/slideLayout" Target="../slideLayouts/slideLayout13.xml" 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 /><Relationship Id="rId2" Type="http://schemas.openxmlformats.org/officeDocument/2006/relationships/notesSlide" Target="../notesSlides/notesSlide17.xml" /><Relationship Id="rId1" Type="http://schemas.openxmlformats.org/officeDocument/2006/relationships/slideLayout" Target="../slideLayouts/slideLayout12.xml" 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 /><Relationship Id="rId1" Type="http://schemas.openxmlformats.org/officeDocument/2006/relationships/slideLayout" Target="../slideLayouts/slideLayout2.xml" 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 /><Relationship Id="rId2" Type="http://schemas.openxmlformats.org/officeDocument/2006/relationships/notesSlide" Target="../notesSlides/notesSlide19.xml" /><Relationship Id="rId1" Type="http://schemas.openxmlformats.org/officeDocument/2006/relationships/slideLayout" Target="../slideLayouts/slideLayout4.xml" /><Relationship Id="rId4" Type="http://schemas.openxmlformats.org/officeDocument/2006/relationships/image" Target="../media/image10.png" 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 /><Relationship Id="rId2" Type="http://schemas.openxmlformats.org/officeDocument/2006/relationships/notesSlide" Target="../notesSlides/notesSlide20.xml" /><Relationship Id="rId1" Type="http://schemas.openxmlformats.org/officeDocument/2006/relationships/slideLayout" Target="../slideLayouts/slideLayout13.xml" 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 /><Relationship Id="rId2" Type="http://schemas.openxmlformats.org/officeDocument/2006/relationships/notesSlide" Target="../notesSlides/notesSlide21.xml" /><Relationship Id="rId1" Type="http://schemas.openxmlformats.org/officeDocument/2006/relationships/slideLayout" Target="../slideLayouts/slideLayout13.xml" 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 /><Relationship Id="rId1" Type="http://schemas.openxmlformats.org/officeDocument/2006/relationships/slideLayout" Target="../slideLayouts/slideLayout13.xml" 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 /><Relationship Id="rId2" Type="http://schemas.openxmlformats.org/officeDocument/2006/relationships/notesSlide" Target="../notesSlides/notesSlide23.xml" /><Relationship Id="rId1" Type="http://schemas.openxmlformats.org/officeDocument/2006/relationships/slideLayout" Target="../slideLayouts/slideLayout4.xml" 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 /><Relationship Id="rId2" Type="http://schemas.openxmlformats.org/officeDocument/2006/relationships/notesSlide" Target="../notesSlides/notesSlide24.xml" /><Relationship Id="rId1" Type="http://schemas.openxmlformats.org/officeDocument/2006/relationships/slideLayout" Target="../slideLayouts/slideLayout4.xml" 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 /><Relationship Id="rId2" Type="http://schemas.openxmlformats.org/officeDocument/2006/relationships/notesSlide" Target="../notesSlides/notesSlide25.xml" /><Relationship Id="rId1" Type="http://schemas.openxmlformats.org/officeDocument/2006/relationships/slideLayout" Target="../slideLayouts/slideLayout4.xml" 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 /><Relationship Id="rId2" Type="http://schemas.openxmlformats.org/officeDocument/2006/relationships/notesSlide" Target="../notesSlides/notesSlide26.xml" /><Relationship Id="rId1" Type="http://schemas.openxmlformats.org/officeDocument/2006/relationships/slideLayout" Target="../slideLayouts/slideLayout4.xml" 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 /><Relationship Id="rId1" Type="http://schemas.openxmlformats.org/officeDocument/2006/relationships/slideLayout" Target="../slideLayouts/slideLayout3.xml" 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 /><Relationship Id="rId2" Type="http://schemas.openxmlformats.org/officeDocument/2006/relationships/notesSlide" Target="../notesSlides/notesSlide28.xml" /><Relationship Id="rId1" Type="http://schemas.openxmlformats.org/officeDocument/2006/relationships/slideLayout" Target="../slideLayouts/slideLayout2.xml" 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 /><Relationship Id="rId1" Type="http://schemas.openxmlformats.org/officeDocument/2006/relationships/slideLayout" Target="../slideLayouts/slideLayout2.xml" 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 /><Relationship Id="rId2" Type="http://schemas.openxmlformats.org/officeDocument/2006/relationships/notesSlide" Target="../notesSlides/notesSlide30.xml" /><Relationship Id="rId1" Type="http://schemas.openxmlformats.org/officeDocument/2006/relationships/slideLayout" Target="../slideLayouts/slideLayout12.xml" 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31.xml" /><Relationship Id="rId1" Type="http://schemas.openxmlformats.org/officeDocument/2006/relationships/slideLayout" Target="../slideLayouts/slideLayout13.xml" 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 /><Relationship Id="rId2" Type="http://schemas.openxmlformats.org/officeDocument/2006/relationships/notesSlide" Target="../notesSlides/notesSlide32.xml" /><Relationship Id="rId1" Type="http://schemas.openxmlformats.org/officeDocument/2006/relationships/slideLayout" Target="../slideLayouts/slideLayout13.xml" 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 /><Relationship Id="rId2" Type="http://schemas.openxmlformats.org/officeDocument/2006/relationships/notesSlide" Target="../notesSlides/notesSlide33.xml" /><Relationship Id="rId1" Type="http://schemas.openxmlformats.org/officeDocument/2006/relationships/slideLayout" Target="../slideLayouts/slideLayout13.xml" 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 /><Relationship Id="rId2" Type="http://schemas.openxmlformats.org/officeDocument/2006/relationships/notesSlide" Target="../notesSlides/notesSlide34.xml" /><Relationship Id="rId1" Type="http://schemas.openxmlformats.org/officeDocument/2006/relationships/slideLayout" Target="../slideLayouts/slideLayout13.xml" 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 /><Relationship Id="rId2" Type="http://schemas.openxmlformats.org/officeDocument/2006/relationships/notesSlide" Target="../notesSlides/notesSlide35.xml" /><Relationship Id="rId1" Type="http://schemas.openxmlformats.org/officeDocument/2006/relationships/slideLayout" Target="../slideLayouts/slideLayout13.xml" /><Relationship Id="rId4" Type="http://schemas.openxmlformats.org/officeDocument/2006/relationships/image" Target="../media/image22.png" 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 /><Relationship Id="rId2" Type="http://schemas.openxmlformats.org/officeDocument/2006/relationships/notesSlide" Target="../notesSlides/notesSlide36.xml" /><Relationship Id="rId1" Type="http://schemas.openxmlformats.org/officeDocument/2006/relationships/slideLayout" Target="../slideLayouts/slideLayout13.xml" 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 /><Relationship Id="rId2" Type="http://schemas.openxmlformats.org/officeDocument/2006/relationships/notesSlide" Target="../notesSlides/notesSlide37.xml" /><Relationship Id="rId1" Type="http://schemas.openxmlformats.org/officeDocument/2006/relationships/slideLayout" Target="../slideLayouts/slideLayout13.xml" 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 /><Relationship Id="rId2" Type="http://schemas.openxmlformats.org/officeDocument/2006/relationships/notesSlide" Target="../notesSlides/notesSlide38.xml" /><Relationship Id="rId1" Type="http://schemas.openxmlformats.org/officeDocument/2006/relationships/slideLayout" Target="../slideLayouts/slideLayout13.xml" 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 /><Relationship Id="rId2" Type="http://schemas.openxmlformats.org/officeDocument/2006/relationships/notesSlide" Target="../notesSlides/notesSlide39.xml" /><Relationship Id="rId1" Type="http://schemas.openxmlformats.org/officeDocument/2006/relationships/slideLayout" Target="../slideLayouts/slideLayout13.xml" 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 /><Relationship Id="rId1" Type="http://schemas.openxmlformats.org/officeDocument/2006/relationships/slideLayout" Target="../slideLayouts/slideLayout3.xml" 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 /><Relationship Id="rId2" Type="http://schemas.openxmlformats.org/officeDocument/2006/relationships/notesSlide" Target="../notesSlides/notesSlide41.xml" /><Relationship Id="rId1" Type="http://schemas.openxmlformats.org/officeDocument/2006/relationships/slideLayout" Target="../slideLayouts/slideLayout13.xml" 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42.xml" /><Relationship Id="rId1" Type="http://schemas.openxmlformats.org/officeDocument/2006/relationships/slideLayout" Target="../slideLayouts/slideLayout13.xml" 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 /><Relationship Id="rId2" Type="http://schemas.openxmlformats.org/officeDocument/2006/relationships/notesSlide" Target="../notesSlides/notesSlide43.xml" /><Relationship Id="rId1" Type="http://schemas.openxmlformats.org/officeDocument/2006/relationships/slideLayout" Target="../slideLayouts/slideLayout13.xml" 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 /><Relationship Id="rId1" Type="http://schemas.openxmlformats.org/officeDocument/2006/relationships/slideLayout" Target="../slideLayouts/slideLayout3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제목 1">
            <a:extLst>
              <a:ext uri="{FF2B5EF4-FFF2-40B4-BE49-F238E27FC236}">
                <a16:creationId xmlns:a16="http://schemas.microsoft.com/office/drawing/2014/main" id="{79ED3589-3ADF-B0F2-3072-E27D4DF2E29A}"/>
              </a:ext>
            </a:extLst>
          </p:cNvPr>
          <p:cNvSpPr>
            <a:spLocks noGrp="1"/>
          </p:cNvSpPr>
          <p:nvPr>
            <p:ph type="ctr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altLang="en-US" sz="4400"/>
              <a:t>Lecture 7:</a:t>
            </a:r>
            <a:br>
              <a:rPr lang="en-US" altLang="en-US" sz="4400"/>
            </a:br>
            <a:r>
              <a:rPr lang="en-US" altLang="en-US" sz="4400"/>
              <a:t>E-R Diagram</a:t>
            </a:r>
          </a:p>
        </p:txBody>
      </p:sp>
      <p:sp>
        <p:nvSpPr>
          <p:cNvPr id="4099" name="부제목 2">
            <a:extLst>
              <a:ext uri="{FF2B5EF4-FFF2-40B4-BE49-F238E27FC236}">
                <a16:creationId xmlns:a16="http://schemas.microsoft.com/office/drawing/2014/main" id="{D6B1F14C-3EEE-9CC5-BBF6-1D8F15CC9A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4360863"/>
            <a:ext cx="6400800" cy="1752600"/>
          </a:xfrm>
        </p:spPr>
        <p:txBody>
          <a:bodyPr/>
          <a:lstStyle/>
          <a:p>
            <a:r>
              <a:rPr lang="en-US" altLang="en-US"/>
              <a:t>Database System</a:t>
            </a:r>
            <a:r>
              <a:rPr lang="en-US" altLang="ko-KR"/>
              <a:t>s</a:t>
            </a:r>
            <a:endParaRPr lang="en-US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4" name="Rectangle 2">
            <a:extLst>
              <a:ext uri="{FF2B5EF4-FFF2-40B4-BE49-F238E27FC236}">
                <a16:creationId xmlns:a16="http://schemas.microsoft.com/office/drawing/2014/main" id="{D8BD0A3C-9935-1DD8-53E8-88FD864795D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55600" y="1471613"/>
            <a:ext cx="8458200" cy="4902200"/>
          </a:xfrm>
        </p:spPr>
        <p:txBody>
          <a:bodyPr/>
          <a:lstStyle/>
          <a:p>
            <a:pPr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q"/>
              <a:defRPr/>
            </a:pPr>
            <a:r>
              <a:rPr lang="en-US" altLang="ko-KR" sz="20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Join</a:t>
            </a:r>
            <a:endParaRPr lang="ko-KR" altLang="en-US" sz="2000" b="1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lvl="1" algn="just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ü"/>
              <a:defRPr/>
            </a:pPr>
            <a:r>
              <a:rPr lang="en-US" altLang="ko-KR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Used to combine rows from two or more tables based on a related column between them</a:t>
            </a:r>
          </a:p>
          <a:p>
            <a:pPr lvl="1" algn="just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ü"/>
              <a:defRPr/>
            </a:pPr>
            <a:endParaRPr lang="en-US" altLang="ko-KR" sz="1600" b="1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q"/>
              <a:defRPr/>
            </a:pPr>
            <a:r>
              <a:rPr lang="en-US" altLang="ko-KR" sz="2000" b="1" dirty="0"/>
              <a:t> </a:t>
            </a:r>
            <a:r>
              <a:rPr lang="en-US" altLang="ko-KR" sz="20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Nested query</a:t>
            </a:r>
          </a:p>
          <a:p>
            <a:pPr lvl="1" algn="just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ü"/>
              <a:defRPr/>
            </a:pPr>
            <a:r>
              <a:rPr lang="en-US" altLang="ko-KR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SELECT statement included in the WHERE clause of the outer query again in the form SELECT ... FROM ... WHERE</a:t>
            </a:r>
          </a:p>
          <a:p>
            <a:pPr lvl="1" algn="just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ü"/>
              <a:defRPr/>
            </a:pPr>
            <a:endParaRPr lang="en-US" altLang="ko-KR" sz="1600" b="1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marL="342900" lvl="1" indent="-342900" eaLnBrk="1" hangingPunct="1">
              <a:lnSpc>
                <a:spcPct val="140000"/>
              </a:lnSpc>
              <a:spcBef>
                <a:spcPct val="0"/>
              </a:spcBef>
              <a:buSzPct val="110000"/>
              <a:buFont typeface="Wingdings" panose="05000000000000000000" pitchFamily="2" charset="2"/>
              <a:buChar char="q"/>
              <a:defRPr/>
            </a:pPr>
            <a:r>
              <a:rPr lang="en-US" altLang="ko-KR" sz="2000" b="1" dirty="0">
                <a:cs typeface="+mn-cs"/>
              </a:rPr>
              <a:t>The result of a nested query can return </a:t>
            </a:r>
          </a:p>
          <a:p>
            <a:pPr lvl="1" algn="just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ü"/>
              <a:defRPr/>
            </a:pPr>
            <a:r>
              <a:rPr lang="en-US" altLang="ko-KR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A scalar value (single value)</a:t>
            </a:r>
          </a:p>
          <a:p>
            <a:pPr lvl="1" algn="just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ü"/>
              <a:defRPr/>
            </a:pPr>
            <a:r>
              <a:rPr lang="en-US" altLang="ko-KR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A relation with one attribute</a:t>
            </a:r>
          </a:p>
          <a:p>
            <a:pPr lvl="1" algn="just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ü"/>
              <a:defRPr/>
            </a:pPr>
            <a:r>
              <a:rPr lang="en-US" altLang="ko-KR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A relation with multiple attributes</a:t>
            </a:r>
          </a:p>
          <a:p>
            <a:pPr lvl="1" algn="just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endParaRPr lang="en-US" altLang="ko-KR" b="1" dirty="0"/>
          </a:p>
        </p:txBody>
      </p:sp>
      <p:sp>
        <p:nvSpPr>
          <p:cNvPr id="6147" name="슬라이드 번호 개체 틀 4">
            <a:extLst>
              <a:ext uri="{FF2B5EF4-FFF2-40B4-BE49-F238E27FC236}">
                <a16:creationId xmlns:a16="http://schemas.microsoft.com/office/drawing/2014/main" id="{571E0081-7EE8-1B10-362B-06CC5F78FD0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SzPct val="110000"/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>
              <a:spcBef>
                <a:spcPct val="20000"/>
              </a:spcBef>
              <a:buChar char="–"/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fld id="{F7A48436-621F-470B-BBCF-B776002A3BF6}" type="slidenum">
              <a:rPr lang="en-US" altLang="ko-KR" sz="1400">
                <a:latin typeface="Arial" panose="020B0604020202020204" pitchFamily="34" charset="0"/>
                <a:ea typeface="돋움" panose="020B0600000101010101" pitchFamily="34" charset="-127"/>
              </a:rPr>
              <a:pPr>
                <a:spcBef>
                  <a:spcPct val="0"/>
                </a:spcBef>
                <a:buSzTx/>
                <a:buFontTx/>
                <a:buNone/>
              </a:pPr>
              <a:t>2</a:t>
            </a:fld>
            <a:endParaRPr lang="en-US" altLang="ko-KR" sz="1400">
              <a:latin typeface="Arial" panose="020B0604020202020204" pitchFamily="34" charset="0"/>
              <a:ea typeface="돋움" panose="020B0600000101010101" pitchFamily="34" charset="-127"/>
            </a:endParaRPr>
          </a:p>
        </p:txBody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id="{7389E3EF-505D-38BF-3214-CC342D6642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1863" y="496888"/>
            <a:ext cx="4611687" cy="725487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SzPct val="110000"/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>
              <a:spcBef>
                <a:spcPct val="20000"/>
              </a:spcBef>
              <a:buChar char="–"/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 algn="ctr" eaLnBrk="1" latinLnBrk="1" hangingPunct="1">
              <a:spcBef>
                <a:spcPct val="0"/>
              </a:spcBef>
              <a:buSzTx/>
              <a:buFontTx/>
              <a:buNone/>
            </a:pPr>
            <a:r>
              <a:rPr lang="en-US" altLang="ko-KR" sz="3000" b="1">
                <a:solidFill>
                  <a:srgbClr val="0000FF"/>
                </a:solidFill>
                <a:latin typeface="함초롬바탕" pitchFamily="18" charset="-127"/>
                <a:ea typeface="함초롬바탕" pitchFamily="18" charset="-127"/>
              </a:rPr>
              <a:t>4.4 SELECT</a:t>
            </a:r>
            <a:r>
              <a:rPr lang="ko-KR" altLang="en-US" sz="3000" b="1">
                <a:solidFill>
                  <a:srgbClr val="0000FF"/>
                </a:solidFill>
                <a:latin typeface="함초롬바탕" pitchFamily="18" charset="-127"/>
                <a:ea typeface="함초롬바탕" pitchFamily="18" charset="-127"/>
              </a:rPr>
              <a:t>문</a:t>
            </a:r>
            <a:r>
              <a:rPr lang="en-US" altLang="ko-KR" sz="3000" b="1">
                <a:solidFill>
                  <a:srgbClr val="0000FF"/>
                </a:solidFill>
                <a:latin typeface="함초롬바탕" pitchFamily="18" charset="-127"/>
                <a:ea typeface="함초롬바탕" pitchFamily="18" charset="-127"/>
              </a:rPr>
              <a:t>(</a:t>
            </a:r>
            <a:r>
              <a:rPr lang="ko-KR" altLang="en-US" sz="3000" b="1">
                <a:solidFill>
                  <a:srgbClr val="0000FF"/>
                </a:solidFill>
                <a:latin typeface="함초롬바탕" pitchFamily="18" charset="-127"/>
                <a:ea typeface="함초롬바탕" pitchFamily="18" charset="-127"/>
              </a:rPr>
              <a:t>계속</a:t>
            </a:r>
            <a:r>
              <a:rPr lang="en-US" altLang="ko-KR" sz="3000" b="1">
                <a:solidFill>
                  <a:srgbClr val="0000FF"/>
                </a:solidFill>
                <a:latin typeface="함초롬바탕" pitchFamily="18" charset="-127"/>
                <a:ea typeface="함초롬바탕" pitchFamily="18" charset="-127"/>
              </a:rPr>
              <a:t>)</a:t>
            </a:r>
          </a:p>
        </p:txBody>
      </p:sp>
      <p:sp>
        <p:nvSpPr>
          <p:cNvPr id="6149" name="Rectangle 3">
            <a:extLst>
              <a:ext uri="{FF2B5EF4-FFF2-40B4-BE49-F238E27FC236}">
                <a16:creationId xmlns:a16="http://schemas.microsoft.com/office/drawing/2014/main" id="{0130755E-9E33-E1C7-6CFE-551470E2FF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8413" y="496888"/>
            <a:ext cx="6942137" cy="725487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SzPct val="110000"/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>
              <a:spcBef>
                <a:spcPct val="20000"/>
              </a:spcBef>
              <a:buChar char="–"/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 algn="ctr" eaLnBrk="1" latinLnBrk="1" hangingPunct="1">
              <a:spcBef>
                <a:spcPct val="0"/>
              </a:spcBef>
              <a:buSzTx/>
              <a:buFontTx/>
              <a:buNone/>
            </a:pPr>
            <a:r>
              <a:rPr lang="en-US" altLang="ko-KR" sz="3000" b="1">
                <a:solidFill>
                  <a:srgbClr val="0000FF"/>
                </a:solidFill>
                <a:latin typeface="함초롬바탕" pitchFamily="18" charset="-127"/>
                <a:ea typeface="함초롬바탕" pitchFamily="18" charset="-127"/>
              </a:rPr>
              <a:t>In the last lecture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B85D3D-F10D-C585-89EA-224E00C63E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What is E-R diagram?</a:t>
            </a:r>
          </a:p>
        </p:txBody>
      </p:sp>
      <p:sp>
        <p:nvSpPr>
          <p:cNvPr id="8195" name="텍스트 개체 틀 2">
            <a:extLst>
              <a:ext uri="{FF2B5EF4-FFF2-40B4-BE49-F238E27FC236}">
                <a16:creationId xmlns:a16="http://schemas.microsoft.com/office/drawing/2014/main" id="{E7FB54E0-ED8A-240B-4572-4F32676913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Part 1</a:t>
            </a:r>
          </a:p>
        </p:txBody>
      </p:sp>
      <p:sp>
        <p:nvSpPr>
          <p:cNvPr id="8196" name="슬라이드 번호 개체 틀 3">
            <a:extLst>
              <a:ext uri="{FF2B5EF4-FFF2-40B4-BE49-F238E27FC236}">
                <a16:creationId xmlns:a16="http://schemas.microsoft.com/office/drawing/2014/main" id="{72FCB804-2B58-BEDB-982A-48CA38F975F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SzPct val="110000"/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>
              <a:spcBef>
                <a:spcPct val="20000"/>
              </a:spcBef>
              <a:buChar char="–"/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fld id="{E45A172C-BE5A-4E6B-823C-047F5663DF8A}" type="slidenum">
              <a:rPr lang="en-US" altLang="ko-KR" sz="1400">
                <a:latin typeface="Arial" panose="020B0604020202020204" pitchFamily="34" charset="0"/>
                <a:ea typeface="돋움" panose="020B0600000101010101" pitchFamily="34" charset="-127"/>
              </a:rPr>
              <a:pPr>
                <a:spcBef>
                  <a:spcPct val="0"/>
                </a:spcBef>
                <a:buSzTx/>
                <a:buFontTx/>
                <a:buNone/>
              </a:pPr>
              <a:t>3</a:t>
            </a:fld>
            <a:endParaRPr lang="en-US" altLang="ko-KR" sz="1400">
              <a:latin typeface="Arial" panose="020B0604020202020204" pitchFamily="34" charset="0"/>
              <a:ea typeface="돋움" panose="020B0600000101010101" pitchFamily="34" charset="-127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슬라이드 번호 개체 틀 4">
            <a:extLst>
              <a:ext uri="{FF2B5EF4-FFF2-40B4-BE49-F238E27FC236}">
                <a16:creationId xmlns:a16="http://schemas.microsoft.com/office/drawing/2014/main" id="{5E32EAA7-4F8D-73C4-6B26-6D19B0E8E98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SzPct val="110000"/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>
              <a:spcBef>
                <a:spcPct val="20000"/>
              </a:spcBef>
              <a:buChar char="–"/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fld id="{66DBF17A-27EA-4D43-B15E-F2B11E603395}" type="slidenum">
              <a:rPr lang="en-US" altLang="ko-KR" sz="1400">
                <a:latin typeface="Arial" panose="020B0604020202020204" pitchFamily="34" charset="0"/>
                <a:ea typeface="돋움" panose="020B0600000101010101" pitchFamily="34" charset="-127"/>
              </a:rPr>
              <a:pPr>
                <a:spcBef>
                  <a:spcPct val="0"/>
                </a:spcBef>
                <a:buSzTx/>
                <a:buFontTx/>
                <a:buNone/>
              </a:pPr>
              <a:t>4</a:t>
            </a:fld>
            <a:endParaRPr lang="en-US" altLang="ko-KR" sz="1400">
              <a:latin typeface="Arial" panose="020B0604020202020204" pitchFamily="34" charset="0"/>
              <a:ea typeface="돋움" panose="020B0600000101010101" pitchFamily="34" charset="-127"/>
            </a:endParaRPr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778F6C20-E330-9850-9BCA-623C603EF9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3450" y="533400"/>
            <a:ext cx="4527550" cy="685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SzPct val="110000"/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>
              <a:spcBef>
                <a:spcPct val="20000"/>
              </a:spcBef>
              <a:buChar char="–"/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 algn="ctr" eaLnBrk="1" latinLnBrk="1" hangingPunct="1">
              <a:spcBef>
                <a:spcPct val="0"/>
              </a:spcBef>
              <a:buSzTx/>
              <a:buFontTx/>
              <a:buNone/>
            </a:pPr>
            <a:r>
              <a:rPr lang="en-US" altLang="ko-KR" sz="3000" b="1">
                <a:solidFill>
                  <a:srgbClr val="0000FF"/>
                </a:solidFill>
                <a:latin typeface="함초롬바탕" pitchFamily="18" charset="-127"/>
                <a:ea typeface="함초롬바탕" pitchFamily="18" charset="-127"/>
              </a:rPr>
              <a:t>1. E-R Diagram</a:t>
            </a:r>
          </a:p>
        </p:txBody>
      </p:sp>
      <p:sp>
        <p:nvSpPr>
          <p:cNvPr id="10244" name="Rectangle 3">
            <a:extLst>
              <a:ext uri="{FF2B5EF4-FFF2-40B4-BE49-F238E27FC236}">
                <a16:creationId xmlns:a16="http://schemas.microsoft.com/office/drawing/2014/main" id="{AEE7609B-C4A8-F032-6BB3-49D40521A4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55600" y="1563688"/>
            <a:ext cx="8458200" cy="4902200"/>
          </a:xfrm>
        </p:spPr>
        <p:txBody>
          <a:bodyPr/>
          <a:lstStyle/>
          <a:p>
            <a:pPr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q"/>
            </a:pPr>
            <a:r>
              <a:rPr lang="en-US" altLang="ko-KR" sz="2000" b="1">
                <a:latin typeface="함초롬바탕" pitchFamily="18" charset="-127"/>
                <a:ea typeface="함초롬바탕" pitchFamily="18" charset="-127"/>
              </a:rPr>
              <a:t>Entity-Relationship Diagram (E-R Diagram)</a:t>
            </a:r>
            <a:endParaRPr lang="ko-KR" altLang="en-US" sz="2000" b="1">
              <a:latin typeface="함초롬바탕" pitchFamily="18" charset="-127"/>
              <a:ea typeface="함초롬바탕" pitchFamily="18" charset="-127"/>
            </a:endParaRPr>
          </a:p>
          <a:p>
            <a:pPr lvl="1" algn="just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en-US" altLang="ko-KR" b="1">
                <a:latin typeface="함초롬바탕" pitchFamily="18" charset="-127"/>
                <a:ea typeface="함초롬바탕" pitchFamily="18" charset="-127"/>
              </a:rPr>
              <a:t>Expressing the real world as entities, attributes, and relationships between entities</a:t>
            </a:r>
          </a:p>
          <a:p>
            <a:pPr lvl="1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ko-KR" b="1"/>
          </a:p>
        </p:txBody>
      </p:sp>
      <p:pic>
        <p:nvPicPr>
          <p:cNvPr id="10245" name="Picture 4">
            <a:extLst>
              <a:ext uri="{FF2B5EF4-FFF2-40B4-BE49-F238E27FC236}">
                <a16:creationId xmlns:a16="http://schemas.microsoft.com/office/drawing/2014/main" id="{1A7D2C8C-8A1F-5E1A-2207-B6867CF539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4975" y="2905125"/>
            <a:ext cx="5759450" cy="3443288"/>
          </a:xfrm>
          <a:prstGeom prst="rect">
            <a:avLst/>
          </a:prstGeom>
          <a:noFill/>
          <a:ln w="6350">
            <a:solidFill>
              <a:srgbClr val="3366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슬라이드 번호 개체 틀 4">
            <a:extLst>
              <a:ext uri="{FF2B5EF4-FFF2-40B4-BE49-F238E27FC236}">
                <a16:creationId xmlns:a16="http://schemas.microsoft.com/office/drawing/2014/main" id="{C8878000-791F-66F8-08A9-DD3B205AC66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SzPct val="110000"/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>
              <a:spcBef>
                <a:spcPct val="20000"/>
              </a:spcBef>
              <a:buChar char="–"/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fld id="{6E51FFA7-B511-4F48-BD95-17B6BFAC1888}" type="slidenum">
              <a:rPr lang="en-US" altLang="ko-KR" sz="1400">
                <a:latin typeface="Arial" panose="020B0604020202020204" pitchFamily="34" charset="0"/>
                <a:ea typeface="돋움" panose="020B0600000101010101" pitchFamily="34" charset="-127"/>
              </a:rPr>
              <a:pPr>
                <a:spcBef>
                  <a:spcPct val="0"/>
                </a:spcBef>
                <a:buSzTx/>
                <a:buFontTx/>
                <a:buNone/>
              </a:pPr>
              <a:t>5</a:t>
            </a:fld>
            <a:endParaRPr lang="en-US" altLang="ko-KR" sz="1400">
              <a:latin typeface="Arial" panose="020B0604020202020204" pitchFamily="34" charset="0"/>
              <a:ea typeface="돋움" panose="020B0600000101010101" pitchFamily="34" charset="-127"/>
            </a:endParaRPr>
          </a:p>
        </p:txBody>
      </p:sp>
      <p:sp>
        <p:nvSpPr>
          <p:cNvPr id="12291" name="Rectangle 2">
            <a:extLst>
              <a:ext uri="{FF2B5EF4-FFF2-40B4-BE49-F238E27FC236}">
                <a16:creationId xmlns:a16="http://schemas.microsoft.com/office/drawing/2014/main" id="{85A24679-881F-600C-7A80-480D92449D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3450" y="533400"/>
            <a:ext cx="4527550" cy="685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SzPct val="110000"/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>
              <a:spcBef>
                <a:spcPct val="20000"/>
              </a:spcBef>
              <a:buChar char="–"/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 algn="ctr" eaLnBrk="1" latinLnBrk="1" hangingPunct="1">
              <a:spcBef>
                <a:spcPct val="0"/>
              </a:spcBef>
              <a:buSzTx/>
              <a:buFontTx/>
              <a:buNone/>
            </a:pPr>
            <a:r>
              <a:rPr lang="en-US" altLang="ko-KR" sz="3000" b="1">
                <a:solidFill>
                  <a:srgbClr val="0000FF"/>
                </a:solidFill>
                <a:latin typeface="함초롬바탕" pitchFamily="18" charset="-127"/>
                <a:ea typeface="함초롬바탕" pitchFamily="18" charset="-127"/>
              </a:rPr>
              <a:t>1. E-R Diagram</a:t>
            </a:r>
          </a:p>
        </p:txBody>
      </p:sp>
      <p:sp>
        <p:nvSpPr>
          <p:cNvPr id="12292" name="Rectangle 3">
            <a:extLst>
              <a:ext uri="{FF2B5EF4-FFF2-40B4-BE49-F238E27FC236}">
                <a16:creationId xmlns:a16="http://schemas.microsoft.com/office/drawing/2014/main" id="{D696D9A3-A23E-1EEE-3085-048CB83E3D4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55600" y="1563688"/>
            <a:ext cx="8458200" cy="4902200"/>
          </a:xfrm>
        </p:spPr>
        <p:txBody>
          <a:bodyPr/>
          <a:lstStyle/>
          <a:p>
            <a:pPr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q"/>
            </a:pPr>
            <a:r>
              <a:rPr lang="en-US" altLang="ko-KR" sz="1800" b="1">
                <a:latin typeface="함초롬바탕" pitchFamily="18" charset="-127"/>
                <a:ea typeface="함초롬바탕" pitchFamily="18" charset="-127"/>
              </a:rPr>
              <a:t>E-R diagram</a:t>
            </a:r>
            <a:endParaRPr lang="ko-KR" altLang="en-US" sz="1800" b="1">
              <a:latin typeface="함초롬바탕" pitchFamily="18" charset="-127"/>
              <a:ea typeface="함초롬바탕" pitchFamily="18" charset="-127"/>
            </a:endParaRPr>
          </a:p>
          <a:p>
            <a:pPr lvl="1" algn="just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en-US" altLang="ko-KR" sz="1600" b="1">
                <a:latin typeface="함초롬바탕" pitchFamily="18" charset="-127"/>
                <a:ea typeface="함초롬바탕" pitchFamily="18" charset="-127"/>
              </a:rPr>
              <a:t>To facilitate database design, proposed by </a:t>
            </a:r>
            <a:r>
              <a:rPr lang="en-US" altLang="ko-KR" sz="1600" b="1">
                <a:solidFill>
                  <a:srgbClr val="FF0000"/>
                </a:solidFill>
                <a:latin typeface="함초롬바탕" pitchFamily="18" charset="-127"/>
                <a:ea typeface="함초롬바탕" pitchFamily="18" charset="-127"/>
              </a:rPr>
              <a:t>P.P. Chen </a:t>
            </a:r>
            <a:r>
              <a:rPr lang="en-US" altLang="ko-KR" sz="1600" b="1">
                <a:latin typeface="함초롬바탕" pitchFamily="18" charset="-127"/>
                <a:ea typeface="함초롬바탕" pitchFamily="18" charset="-127"/>
              </a:rPr>
              <a:t>in 1976</a:t>
            </a:r>
          </a:p>
          <a:p>
            <a:pPr lvl="2" algn="just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en-US" altLang="ko-KR" sz="1400" b="1">
                <a:latin typeface="함초롬바탕" pitchFamily="18" charset="-127"/>
                <a:ea typeface="함초롬바탕" pitchFamily="18" charset="-127"/>
              </a:rPr>
              <a:t>Currently, Enhanced Entity Relationship (</a:t>
            </a:r>
            <a:r>
              <a:rPr lang="en-US" altLang="ko-KR" sz="1400" b="1">
                <a:solidFill>
                  <a:srgbClr val="FF0000"/>
                </a:solidFill>
                <a:latin typeface="함초롬바탕" pitchFamily="18" charset="-127"/>
                <a:ea typeface="함초롬바탕" pitchFamily="18" charset="-127"/>
              </a:rPr>
              <a:t>EER</a:t>
            </a:r>
            <a:r>
              <a:rPr lang="en-US" altLang="ko-KR" sz="1400" b="1">
                <a:latin typeface="함초롬바탕" pitchFamily="18" charset="-127"/>
                <a:ea typeface="함초롬바탕" pitchFamily="18" charset="-127"/>
              </a:rPr>
              <a:t>) models are widely used in the database design process.</a:t>
            </a:r>
          </a:p>
          <a:p>
            <a:pPr lvl="1" algn="just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endParaRPr lang="en-US" altLang="ko-KR" sz="1600" b="1">
              <a:latin typeface="함초롬바탕" pitchFamily="18" charset="-127"/>
              <a:ea typeface="함초롬바탕" pitchFamily="18" charset="-127"/>
            </a:endParaRPr>
          </a:p>
          <a:p>
            <a:pPr lvl="1" algn="just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en-US" altLang="ko-KR" sz="1600" b="1">
                <a:latin typeface="함초롬바탕" pitchFamily="18" charset="-127"/>
                <a:ea typeface="함초롬바탕" pitchFamily="18" charset="-127"/>
              </a:rPr>
              <a:t>ER diagrams are transformable into relational tables which allows you to build databases quickly</a:t>
            </a:r>
          </a:p>
          <a:p>
            <a:pPr lvl="1" algn="just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endParaRPr lang="en-US" altLang="ko-KR" sz="1600" b="1">
              <a:latin typeface="함초롬바탕" pitchFamily="18" charset="-127"/>
              <a:ea typeface="함초롬바탕" pitchFamily="18" charset="-127"/>
            </a:endParaRPr>
          </a:p>
          <a:p>
            <a:pPr lvl="1" algn="just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en-US" altLang="ko-KR" sz="1600" b="1">
                <a:latin typeface="함초롬바탕" pitchFamily="18" charset="-127"/>
                <a:ea typeface="함초롬바탕" pitchFamily="18" charset="-127"/>
              </a:rPr>
              <a:t>Provide a preview of how all your tables should connect, what fields are going to be on each table</a:t>
            </a:r>
          </a:p>
          <a:p>
            <a:pPr lvl="1" algn="just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endParaRPr lang="en-US" altLang="ko-KR" sz="1600" b="1">
              <a:latin typeface="함초롬바탕" pitchFamily="18" charset="-127"/>
              <a:ea typeface="함초롬바탕" pitchFamily="18" charset="-127"/>
            </a:endParaRPr>
          </a:p>
          <a:p>
            <a:pPr lvl="1" algn="just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en-US" altLang="ko-KR" sz="1600" b="1">
                <a:latin typeface="함초롬바탕" pitchFamily="18" charset="-127"/>
                <a:ea typeface="함초롬바탕" pitchFamily="18" charset="-127"/>
              </a:rPr>
              <a:t>Easy to learn with little effort and easy to understand even if you are not an expert</a:t>
            </a:r>
            <a:endParaRPr lang="en-US" altLang="ko-KR" sz="1600" b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50D167-258B-0F46-7BE3-3969BD8A1F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E-r Diagram components</a:t>
            </a:r>
          </a:p>
        </p:txBody>
      </p:sp>
      <p:sp>
        <p:nvSpPr>
          <p:cNvPr id="14339" name="텍스트 개체 틀 2">
            <a:extLst>
              <a:ext uri="{FF2B5EF4-FFF2-40B4-BE49-F238E27FC236}">
                <a16:creationId xmlns:a16="http://schemas.microsoft.com/office/drawing/2014/main" id="{34F431D0-0490-566D-A929-67200C5112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Part 2</a:t>
            </a:r>
          </a:p>
        </p:txBody>
      </p:sp>
      <p:sp>
        <p:nvSpPr>
          <p:cNvPr id="14340" name="슬라이드 번호 개체 틀 3">
            <a:extLst>
              <a:ext uri="{FF2B5EF4-FFF2-40B4-BE49-F238E27FC236}">
                <a16:creationId xmlns:a16="http://schemas.microsoft.com/office/drawing/2014/main" id="{6CCAEF02-C7DF-EE61-104E-9B121FEC907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SzPct val="110000"/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>
              <a:spcBef>
                <a:spcPct val="20000"/>
              </a:spcBef>
              <a:buChar char="–"/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fld id="{496B25E5-2DFF-4616-B862-4BD339FA516C}" type="slidenum">
              <a:rPr lang="en-US" altLang="ko-KR" sz="1400">
                <a:latin typeface="Arial" panose="020B0604020202020204" pitchFamily="34" charset="0"/>
                <a:ea typeface="돋움" panose="020B0600000101010101" pitchFamily="34" charset="-127"/>
              </a:rPr>
              <a:pPr>
                <a:spcBef>
                  <a:spcPct val="0"/>
                </a:spcBef>
                <a:buSzTx/>
                <a:buFontTx/>
                <a:buNone/>
              </a:pPr>
              <a:t>6</a:t>
            </a:fld>
            <a:endParaRPr lang="en-US" altLang="ko-KR" sz="1400">
              <a:latin typeface="Arial" panose="020B0604020202020204" pitchFamily="34" charset="0"/>
              <a:ea typeface="돋움" panose="020B0600000101010101" pitchFamily="34" charset="-127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>
            <a:extLst>
              <a:ext uri="{FF2B5EF4-FFF2-40B4-BE49-F238E27FC236}">
                <a16:creationId xmlns:a16="http://schemas.microsoft.com/office/drawing/2014/main" id="{6A1EF01D-D96E-5AE3-BC31-6BF544C9E56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SzPct val="110000"/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>
              <a:spcBef>
                <a:spcPct val="20000"/>
              </a:spcBef>
              <a:buChar char="–"/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fld id="{4890E2CB-D29A-460D-9B23-21317C3F9B59}" type="slidenum">
              <a:rPr lang="en-US" altLang="ko-KR" sz="1400">
                <a:latin typeface="Arial" panose="020B0604020202020204" pitchFamily="34" charset="0"/>
                <a:ea typeface="돋움" panose="020B0600000101010101" pitchFamily="34" charset="-127"/>
              </a:rPr>
              <a:pPr>
                <a:spcBef>
                  <a:spcPct val="0"/>
                </a:spcBef>
                <a:buSzTx/>
                <a:buFontTx/>
                <a:buNone/>
              </a:pPr>
              <a:t>7</a:t>
            </a:fld>
            <a:endParaRPr lang="en-US" altLang="ko-KR" sz="1400">
              <a:latin typeface="Arial" panose="020B0604020202020204" pitchFamily="34" charset="0"/>
              <a:ea typeface="돋움" panose="020B0600000101010101" pitchFamily="34" charset="-127"/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529CC02D-3D87-52F7-93D7-33200282BE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8163" y="533400"/>
            <a:ext cx="5527675" cy="685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SzPct val="110000"/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>
              <a:spcBef>
                <a:spcPct val="20000"/>
              </a:spcBef>
              <a:buChar char="–"/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 algn="ctr" eaLnBrk="1" latinLnBrk="1" hangingPunct="1">
              <a:spcBef>
                <a:spcPct val="0"/>
              </a:spcBef>
              <a:buSzTx/>
              <a:buFontTx/>
              <a:buNone/>
            </a:pPr>
            <a:r>
              <a:rPr lang="en-US" altLang="ko-KR" sz="3000" b="1">
                <a:solidFill>
                  <a:srgbClr val="0000FF"/>
                </a:solidFill>
                <a:latin typeface="함초롬바탕" pitchFamily="18" charset="-127"/>
                <a:ea typeface="함초롬바탕" pitchFamily="18" charset="-127"/>
              </a:rPr>
              <a:t>2. E-R Diagram Components</a:t>
            </a:r>
          </a:p>
        </p:txBody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B73CCC28-C95C-20B0-A5D7-FDAB4F73786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55600" y="1563688"/>
            <a:ext cx="8458200" cy="4902200"/>
          </a:xfrm>
        </p:spPr>
        <p:txBody>
          <a:bodyPr/>
          <a:lstStyle/>
          <a:p>
            <a:pPr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q"/>
            </a:pPr>
            <a:r>
              <a:rPr lang="en-US" altLang="ko-KR" sz="2000" b="1">
                <a:latin typeface="함초롬바탕" pitchFamily="18" charset="-127"/>
                <a:ea typeface="함초롬바탕" pitchFamily="18" charset="-127"/>
              </a:rPr>
              <a:t>Entity</a:t>
            </a:r>
            <a:endParaRPr lang="ko-KR" altLang="en-US" sz="2000" b="1">
              <a:latin typeface="함초롬바탕" pitchFamily="18" charset="-127"/>
              <a:ea typeface="함초롬바탕" pitchFamily="18" charset="-127"/>
            </a:endParaRPr>
          </a:p>
          <a:p>
            <a:pPr lvl="1" algn="just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en-US" altLang="ko-KR" b="1">
                <a:latin typeface="함초롬바탕" pitchFamily="18" charset="-127"/>
                <a:ea typeface="함초롬바탕" pitchFamily="18" charset="-127"/>
              </a:rPr>
              <a:t>An entity is an object about which you want to store information</a:t>
            </a:r>
          </a:p>
          <a:p>
            <a:pPr lvl="1" algn="just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en-US" altLang="ko-KR" b="1">
                <a:latin typeface="함초롬바탕" pitchFamily="18" charset="-127"/>
                <a:ea typeface="함초롬바탕" pitchFamily="18" charset="-127"/>
              </a:rPr>
              <a:t>A set of entities are entity type</a:t>
            </a:r>
          </a:p>
          <a:p>
            <a:pPr lvl="1" algn="just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en-US" altLang="ko-KR" b="1">
                <a:latin typeface="함초롬바탕" pitchFamily="18" charset="-127"/>
                <a:ea typeface="함초롬바탕" pitchFamily="18" charset="-127"/>
              </a:rPr>
              <a:t>In E-R diagrams, entity types are represented as rectangles</a:t>
            </a:r>
          </a:p>
          <a:p>
            <a:pPr lvl="1" algn="just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endParaRPr lang="en-US" altLang="ko-KR" b="1">
              <a:latin typeface="함초롬바탕" pitchFamily="18" charset="-127"/>
              <a:ea typeface="함초롬바탕" pitchFamily="18" charset="-127"/>
            </a:endParaRPr>
          </a:p>
        </p:txBody>
      </p:sp>
      <p:pic>
        <p:nvPicPr>
          <p:cNvPr id="16389" name="Picture 6" descr="229-new">
            <a:extLst>
              <a:ext uri="{FF2B5EF4-FFF2-40B4-BE49-F238E27FC236}">
                <a16:creationId xmlns:a16="http://schemas.microsoft.com/office/drawing/2014/main" id="{49191137-0581-42B8-B4C8-FA12CD637D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2425" y="3354388"/>
            <a:ext cx="5899150" cy="2960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슬라이드 번호 개체 틀 3">
            <a:extLst>
              <a:ext uri="{FF2B5EF4-FFF2-40B4-BE49-F238E27FC236}">
                <a16:creationId xmlns:a16="http://schemas.microsoft.com/office/drawing/2014/main" id="{35BC1578-45C1-A41A-7852-79CD2A601CC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SzPct val="110000"/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>
              <a:spcBef>
                <a:spcPct val="20000"/>
              </a:spcBef>
              <a:buChar char="–"/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fld id="{83590DD6-4967-49D3-83EE-CC79CF0FB9C6}" type="slidenum">
              <a:rPr lang="en-US" altLang="ko-KR" sz="1400">
                <a:latin typeface="Arial" panose="020B0604020202020204" pitchFamily="34" charset="0"/>
                <a:ea typeface="돋움" panose="020B0600000101010101" pitchFamily="34" charset="-127"/>
              </a:rPr>
              <a:pPr>
                <a:spcBef>
                  <a:spcPct val="0"/>
                </a:spcBef>
                <a:buSzTx/>
                <a:buFontTx/>
                <a:buNone/>
              </a:pPr>
              <a:t>8</a:t>
            </a:fld>
            <a:endParaRPr lang="en-US" altLang="ko-KR" sz="1400">
              <a:latin typeface="Arial" panose="020B0604020202020204" pitchFamily="34" charset="0"/>
              <a:ea typeface="돋움" panose="020B0600000101010101" pitchFamily="34" charset="-127"/>
            </a:endParaRPr>
          </a:p>
        </p:txBody>
      </p:sp>
      <p:pic>
        <p:nvPicPr>
          <p:cNvPr id="18435" name="Picture 4">
            <a:extLst>
              <a:ext uri="{FF2B5EF4-FFF2-40B4-BE49-F238E27FC236}">
                <a16:creationId xmlns:a16="http://schemas.microsoft.com/office/drawing/2014/main" id="{784722FD-C037-ED63-077C-7A2DB53507F5}"/>
              </a:ext>
            </a:extLst>
          </p:cNvPr>
          <p:cNvPicPr>
            <a:picLocks noGrp="1" noChangeAspect="1" noChangeArrowheads="1"/>
          </p:cNvPicPr>
          <p:nvPr>
            <p:ph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52500" y="1879600"/>
            <a:ext cx="7183438" cy="3894138"/>
          </a:xfrm>
          <a:noFill/>
          <a:extLs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</p:pic>
      <p:sp>
        <p:nvSpPr>
          <p:cNvPr id="18436" name="Rectangle 2">
            <a:extLst>
              <a:ext uri="{FF2B5EF4-FFF2-40B4-BE49-F238E27FC236}">
                <a16:creationId xmlns:a16="http://schemas.microsoft.com/office/drawing/2014/main" id="{E9F11F71-D3C9-6A5A-907C-6BA3BDA99C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8163" y="533400"/>
            <a:ext cx="5527675" cy="685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SzPct val="110000"/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>
              <a:spcBef>
                <a:spcPct val="20000"/>
              </a:spcBef>
              <a:buChar char="–"/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 algn="ctr" eaLnBrk="1" latinLnBrk="1" hangingPunct="1">
              <a:spcBef>
                <a:spcPct val="0"/>
              </a:spcBef>
              <a:buSzTx/>
              <a:buFontTx/>
              <a:buNone/>
            </a:pPr>
            <a:r>
              <a:rPr lang="en-US" altLang="ko-KR" sz="3000" b="1">
                <a:solidFill>
                  <a:srgbClr val="0000FF"/>
                </a:solidFill>
                <a:latin typeface="함초롬바탕" pitchFamily="18" charset="-127"/>
                <a:ea typeface="함초롬바탕" pitchFamily="18" charset="-127"/>
              </a:rPr>
              <a:t>2. E-R Diagram Components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슬라이드 번호 개체 틀 4">
            <a:extLst>
              <a:ext uri="{FF2B5EF4-FFF2-40B4-BE49-F238E27FC236}">
                <a16:creationId xmlns:a16="http://schemas.microsoft.com/office/drawing/2014/main" id="{D8BD1335-1698-5DCF-A471-0D3C8211899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SzPct val="110000"/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>
              <a:spcBef>
                <a:spcPct val="20000"/>
              </a:spcBef>
              <a:buChar char="–"/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fld id="{DF32BDD6-ECD9-4E8A-9DFB-089C2EB69CC2}" type="slidenum">
              <a:rPr lang="en-US" altLang="ko-KR" sz="1400">
                <a:latin typeface="Arial" panose="020B0604020202020204" pitchFamily="34" charset="0"/>
                <a:ea typeface="돋움" panose="020B0600000101010101" pitchFamily="34" charset="-127"/>
              </a:rPr>
              <a:pPr>
                <a:spcBef>
                  <a:spcPct val="0"/>
                </a:spcBef>
                <a:buSzTx/>
                <a:buFontTx/>
                <a:buNone/>
              </a:pPr>
              <a:t>9</a:t>
            </a:fld>
            <a:endParaRPr lang="en-US" altLang="ko-KR" sz="1400">
              <a:latin typeface="Arial" panose="020B0604020202020204" pitchFamily="34" charset="0"/>
              <a:ea typeface="돋움" panose="020B0600000101010101" pitchFamily="34" charset="-127"/>
            </a:endParaRPr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11F298AA-6FB4-C6EB-9E85-424ED4A92DE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55600" y="1563688"/>
            <a:ext cx="8458200" cy="4902200"/>
          </a:xfrm>
        </p:spPr>
        <p:txBody>
          <a:bodyPr/>
          <a:lstStyle/>
          <a:p>
            <a:pPr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q"/>
            </a:pPr>
            <a:r>
              <a:rPr lang="en-US" altLang="ko-KR" sz="2000" b="1">
                <a:latin typeface="함초롬바탕" pitchFamily="18" charset="-127"/>
                <a:ea typeface="함초롬바탕" pitchFamily="18" charset="-127"/>
              </a:rPr>
              <a:t>Strong entity type</a:t>
            </a:r>
          </a:p>
          <a:p>
            <a:pPr lvl="1" algn="just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en-US" altLang="ko-KR" b="1">
                <a:latin typeface="함초롬바탕" pitchFamily="18" charset="-127"/>
                <a:ea typeface="함초롬바탕" pitchFamily="18" charset="-127"/>
              </a:rPr>
              <a:t>Strong entity type (regular entity types) can uniquely identify the entity using its own key attribute</a:t>
            </a:r>
          </a:p>
          <a:p>
            <a:pPr lvl="1" algn="just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endParaRPr lang="ko-KR" altLang="en-US" b="1">
              <a:latin typeface="함초롬바탕" pitchFamily="18" charset="-127"/>
              <a:ea typeface="함초롬바탕" pitchFamily="18" charset="-127"/>
            </a:endParaRPr>
          </a:p>
          <a:p>
            <a:pPr algn="just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q"/>
            </a:pPr>
            <a:r>
              <a:rPr lang="en-US" altLang="ko-KR" sz="2000" b="1">
                <a:latin typeface="함초롬바탕" pitchFamily="18" charset="-127"/>
                <a:ea typeface="함초롬바탕" pitchFamily="18" charset="-127"/>
              </a:rPr>
              <a:t>Weak entity type</a:t>
            </a:r>
          </a:p>
          <a:p>
            <a:pPr lvl="1" algn="just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en-US" altLang="ko-KR" b="1">
                <a:latin typeface="함초롬바탕" pitchFamily="18" charset="-127"/>
                <a:ea typeface="함초롬바탕" pitchFamily="18" charset="-127"/>
              </a:rPr>
              <a:t>Weak entity is dependent on strong entity </a:t>
            </a:r>
          </a:p>
          <a:p>
            <a:pPr lvl="2" algn="just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en-US" altLang="ko-KR" b="1">
                <a:latin typeface="함초롬바탕" pitchFamily="18" charset="-127"/>
                <a:ea typeface="함초롬바탕" pitchFamily="18" charset="-127"/>
              </a:rPr>
              <a:t>Cannot exists without a corresponding strong entity</a:t>
            </a:r>
          </a:p>
          <a:p>
            <a:pPr lvl="2" algn="just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en-US" altLang="ko-KR" b="1">
                <a:latin typeface="함초롬바탕" pitchFamily="18" charset="-127"/>
                <a:ea typeface="함초롬바탕" pitchFamily="18" charset="-127"/>
              </a:rPr>
              <a:t>Weak entity type does not have enough attributes to form a key</a:t>
            </a:r>
          </a:p>
          <a:p>
            <a:pPr lvl="1" algn="just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endParaRPr lang="en-US" altLang="ko-KR" b="1">
              <a:latin typeface="함초롬바탕" pitchFamily="18" charset="-127"/>
              <a:ea typeface="함초롬바탕" pitchFamily="18" charset="-127"/>
            </a:endParaRPr>
          </a:p>
          <a:p>
            <a:pPr lvl="1" algn="just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en-US" altLang="ko-KR" b="1">
                <a:latin typeface="함초롬바탕" pitchFamily="18" charset="-127"/>
                <a:ea typeface="함초롬바탕" pitchFamily="18" charset="-127"/>
              </a:rPr>
              <a:t>Marked as Double Line Rectangle in E-R Diagram</a:t>
            </a:r>
          </a:p>
          <a:p>
            <a:pPr lvl="1" algn="just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endParaRPr lang="ko-KR" altLang="en-US" b="1">
              <a:latin typeface="함초롬바탕" pitchFamily="18" charset="-127"/>
              <a:ea typeface="함초롬바탕" pitchFamily="18" charset="-127"/>
            </a:endParaRPr>
          </a:p>
        </p:txBody>
      </p:sp>
      <p:sp>
        <p:nvSpPr>
          <p:cNvPr id="20484" name="Rectangle 2">
            <a:extLst>
              <a:ext uri="{FF2B5EF4-FFF2-40B4-BE49-F238E27FC236}">
                <a16:creationId xmlns:a16="http://schemas.microsoft.com/office/drawing/2014/main" id="{6A6B2B61-A90D-2049-5210-4E7E2DD1B3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8163" y="533400"/>
            <a:ext cx="5527675" cy="685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SzPct val="110000"/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>
              <a:spcBef>
                <a:spcPct val="20000"/>
              </a:spcBef>
              <a:buChar char="–"/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 algn="ctr" eaLnBrk="1" latinLnBrk="1" hangingPunct="1">
              <a:spcBef>
                <a:spcPct val="0"/>
              </a:spcBef>
              <a:buSzTx/>
              <a:buFontTx/>
              <a:buNone/>
            </a:pPr>
            <a:r>
              <a:rPr lang="en-US" altLang="ko-KR" sz="3000" b="1">
                <a:solidFill>
                  <a:srgbClr val="0000FF"/>
                </a:solidFill>
                <a:latin typeface="함초롬바탕" pitchFamily="18" charset="-127"/>
                <a:ea typeface="함초롬바탕" pitchFamily="18" charset="-127"/>
              </a:rPr>
              <a:t>2. E-R Diagram Components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슬라이드 번호 개체 틀 4">
            <a:extLst>
              <a:ext uri="{FF2B5EF4-FFF2-40B4-BE49-F238E27FC236}">
                <a16:creationId xmlns:a16="http://schemas.microsoft.com/office/drawing/2014/main" id="{FBA7C2C3-5844-3F0A-CBCC-3E2854DA792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SzPct val="110000"/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>
              <a:spcBef>
                <a:spcPct val="20000"/>
              </a:spcBef>
              <a:buChar char="–"/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fld id="{5EBA795E-C0DA-4862-B61E-56B7E274D60B}" type="slidenum">
              <a:rPr lang="en-US" altLang="ko-KR" sz="1400">
                <a:latin typeface="Arial" panose="020B0604020202020204" pitchFamily="34" charset="0"/>
                <a:ea typeface="돋움" panose="020B0600000101010101" pitchFamily="34" charset="-127"/>
              </a:rPr>
              <a:pPr>
                <a:spcBef>
                  <a:spcPct val="0"/>
                </a:spcBef>
                <a:buSzTx/>
                <a:buFontTx/>
                <a:buNone/>
              </a:pPr>
              <a:t>10</a:t>
            </a:fld>
            <a:endParaRPr lang="en-US" altLang="ko-KR" sz="1400">
              <a:latin typeface="Arial" panose="020B0604020202020204" pitchFamily="34" charset="0"/>
              <a:ea typeface="돋움" panose="020B0600000101010101" pitchFamily="34" charset="-127"/>
            </a:endParaRPr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14EF0BE6-2177-E5FE-D589-601EFF7B083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55600" y="1563688"/>
            <a:ext cx="8458200" cy="4902200"/>
          </a:xfrm>
        </p:spPr>
        <p:txBody>
          <a:bodyPr/>
          <a:lstStyle/>
          <a:p>
            <a:pPr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q"/>
            </a:pPr>
            <a:r>
              <a:rPr lang="en-US" altLang="ko-KR" sz="2000" b="1">
                <a:latin typeface="함초롬바탕" pitchFamily="18" charset="-127"/>
                <a:ea typeface="함초롬바탕" pitchFamily="18" charset="-127"/>
              </a:rPr>
              <a:t>Attributes</a:t>
            </a:r>
            <a:endParaRPr lang="ko-KR" altLang="en-US" sz="2000" b="1">
              <a:latin typeface="함초롬바탕" pitchFamily="18" charset="-127"/>
              <a:ea typeface="함초롬바탕" pitchFamily="18" charset="-127"/>
            </a:endParaRPr>
          </a:p>
          <a:p>
            <a:pPr lvl="1" algn="just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en-US" altLang="ko-KR" b="1">
                <a:latin typeface="함초롬바탕" pitchFamily="18" charset="-127"/>
                <a:ea typeface="함초롬바탕" pitchFamily="18" charset="-127"/>
              </a:rPr>
              <a:t>One entity is described as a set of associated attributes</a:t>
            </a:r>
          </a:p>
          <a:p>
            <a:pPr lvl="2" algn="just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en-US" altLang="ko-KR" b="1">
                <a:latin typeface="함초롬바탕" pitchFamily="18" charset="-127"/>
                <a:ea typeface="함초롬바탕" pitchFamily="18" charset="-127"/>
              </a:rPr>
              <a:t>Example: an employee entity has attributes such as Employee Number, Name, Title, and Salary</a:t>
            </a:r>
          </a:p>
          <a:p>
            <a:pPr lvl="1" algn="just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endParaRPr lang="en-US" altLang="ko-KR" b="1">
              <a:latin typeface="함초롬바탕" pitchFamily="18" charset="-127"/>
              <a:ea typeface="함초롬바탕" pitchFamily="18" charset="-127"/>
            </a:endParaRPr>
          </a:p>
          <a:p>
            <a:pPr lvl="1" algn="just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en-US" altLang="ko-KR" b="1">
                <a:latin typeface="함초롬바탕" pitchFamily="18" charset="-127"/>
                <a:ea typeface="함초롬바탕" pitchFamily="18" charset="-127"/>
              </a:rPr>
              <a:t>A key attribute is an attribute or collection of attributes that uniquely identifies each entity within an entity type.</a:t>
            </a:r>
          </a:p>
          <a:p>
            <a:pPr lvl="2" algn="just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en-US" altLang="ko-KR" b="1">
                <a:latin typeface="함초롬바탕" pitchFamily="18" charset="-127"/>
                <a:ea typeface="함초롬바탕" pitchFamily="18" charset="-127"/>
              </a:rPr>
              <a:t>Attributes belonging to primary key in ER diagrams are underlined</a:t>
            </a:r>
          </a:p>
          <a:p>
            <a:pPr lvl="1" algn="just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endParaRPr lang="en-US" altLang="ko-KR" b="1">
              <a:latin typeface="함초롬바탕" pitchFamily="18" charset="-127"/>
              <a:ea typeface="함초롬바탕" pitchFamily="18" charset="-127"/>
            </a:endParaRPr>
          </a:p>
          <a:p>
            <a:pPr lvl="1" algn="just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en-US" altLang="ko-KR" b="1">
                <a:latin typeface="함초롬바탕" pitchFamily="18" charset="-127"/>
                <a:ea typeface="함초롬바탕" pitchFamily="18" charset="-127"/>
              </a:rPr>
              <a:t>Attributes are represented as Oval in E-R diagram and connected to entity types by solid lines</a:t>
            </a:r>
          </a:p>
          <a:p>
            <a:pPr lvl="1" algn="just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endParaRPr lang="en-US" altLang="ko-KR" b="1">
              <a:latin typeface="함초롬바탕" pitchFamily="18" charset="-127"/>
              <a:ea typeface="함초롬바탕" pitchFamily="18" charset="-127"/>
            </a:endParaRPr>
          </a:p>
        </p:txBody>
      </p:sp>
      <p:sp>
        <p:nvSpPr>
          <p:cNvPr id="22532" name="Rectangle 2">
            <a:extLst>
              <a:ext uri="{FF2B5EF4-FFF2-40B4-BE49-F238E27FC236}">
                <a16:creationId xmlns:a16="http://schemas.microsoft.com/office/drawing/2014/main" id="{FFD57D49-378E-54CC-9643-C388CF2679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8163" y="533400"/>
            <a:ext cx="5527675" cy="685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SzPct val="110000"/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>
              <a:spcBef>
                <a:spcPct val="20000"/>
              </a:spcBef>
              <a:buChar char="–"/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 algn="ctr" eaLnBrk="1" latinLnBrk="1" hangingPunct="1">
              <a:spcBef>
                <a:spcPct val="0"/>
              </a:spcBef>
              <a:buSzTx/>
              <a:buFontTx/>
              <a:buNone/>
            </a:pPr>
            <a:r>
              <a:rPr lang="en-US" altLang="ko-KR" sz="3000" b="1">
                <a:solidFill>
                  <a:srgbClr val="0000FF"/>
                </a:solidFill>
                <a:latin typeface="함초롬바탕" pitchFamily="18" charset="-127"/>
                <a:ea typeface="함초롬바탕" pitchFamily="18" charset="-127"/>
              </a:rPr>
              <a:t>2. E-R Diagram Components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슬라이드 번호 개체 틀 5">
            <a:extLst>
              <a:ext uri="{FF2B5EF4-FFF2-40B4-BE49-F238E27FC236}">
                <a16:creationId xmlns:a16="http://schemas.microsoft.com/office/drawing/2014/main" id="{813E4735-F4D6-0FE6-DB01-49BA3153580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SzPct val="110000"/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>
              <a:spcBef>
                <a:spcPct val="20000"/>
              </a:spcBef>
              <a:buChar char="–"/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fld id="{6B00BD80-E30B-47C8-BB79-72C188AE918E}" type="slidenum">
              <a:rPr lang="en-US" altLang="ko-KR" sz="1400">
                <a:latin typeface="Arial" panose="020B0604020202020204" pitchFamily="34" charset="0"/>
                <a:ea typeface="돋움" panose="020B0600000101010101" pitchFamily="34" charset="-127"/>
              </a:rPr>
              <a:pPr>
                <a:spcBef>
                  <a:spcPct val="0"/>
                </a:spcBef>
                <a:buSzTx/>
                <a:buFontTx/>
                <a:buNone/>
              </a:pPr>
              <a:t>11</a:t>
            </a:fld>
            <a:endParaRPr lang="en-US" altLang="ko-KR" sz="1400">
              <a:latin typeface="Arial" panose="020B0604020202020204" pitchFamily="34" charset="0"/>
              <a:ea typeface="돋움" panose="020B0600000101010101" pitchFamily="34" charset="-127"/>
            </a:endParaRP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1A1F41C8-E3DB-1B47-CA7D-259F3D40340C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381000" y="1600200"/>
            <a:ext cx="8307388" cy="4724400"/>
          </a:xfrm>
        </p:spPr>
        <p:txBody>
          <a:bodyPr/>
          <a:lstStyle/>
          <a:p>
            <a:pPr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q"/>
            </a:pPr>
            <a:r>
              <a:rPr lang="en-US" altLang="ko-KR" sz="1800" b="1">
                <a:latin typeface="신명조" charset="-127"/>
                <a:ea typeface="신명조" charset="-127"/>
              </a:rPr>
              <a:t>Simple attribute</a:t>
            </a:r>
          </a:p>
          <a:p>
            <a:pPr lvl="1" algn="just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en-US" altLang="ko-KR" b="1">
                <a:latin typeface="함초롬바탕" pitchFamily="18" charset="-127"/>
                <a:ea typeface="함초롬바탕" pitchFamily="18" charset="-127"/>
              </a:rPr>
              <a:t>Most attributes in ER diagrams are simple attributes</a:t>
            </a:r>
          </a:p>
          <a:p>
            <a:pPr lvl="1" algn="just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endParaRPr lang="en-US" altLang="ko-KR" b="1">
              <a:latin typeface="함초롬바탕" pitchFamily="18" charset="-127"/>
              <a:ea typeface="함초롬바탕" pitchFamily="18" charset="-127"/>
            </a:endParaRPr>
          </a:p>
          <a:p>
            <a:pPr lvl="1" algn="just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en-US" altLang="ko-KR" b="1">
                <a:latin typeface="함초롬바탕" pitchFamily="18" charset="-127"/>
                <a:ea typeface="함초롬바탕" pitchFamily="18" charset="-127"/>
              </a:rPr>
              <a:t>Shown as solid oval in ER diagram</a:t>
            </a:r>
          </a:p>
        </p:txBody>
      </p:sp>
      <p:pic>
        <p:nvPicPr>
          <p:cNvPr id="24580" name="Picture 5">
            <a:extLst>
              <a:ext uri="{FF2B5EF4-FFF2-40B4-BE49-F238E27FC236}">
                <a16:creationId xmlns:a16="http://schemas.microsoft.com/office/drawing/2014/main" id="{8E776613-E6CE-B4FD-9E45-7A65A50880CA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370138" y="3725863"/>
            <a:ext cx="4403725" cy="2160587"/>
          </a:xfrm>
          <a:noFill/>
          <a:extLs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</p:pic>
      <p:sp>
        <p:nvSpPr>
          <p:cNvPr id="24581" name="Rectangle 2">
            <a:extLst>
              <a:ext uri="{FF2B5EF4-FFF2-40B4-BE49-F238E27FC236}">
                <a16:creationId xmlns:a16="http://schemas.microsoft.com/office/drawing/2014/main" id="{B8FFBA0F-E07B-F21A-558F-D5AD3139F0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8163" y="533400"/>
            <a:ext cx="5527675" cy="685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SzPct val="110000"/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>
              <a:spcBef>
                <a:spcPct val="20000"/>
              </a:spcBef>
              <a:buChar char="–"/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 algn="ctr" eaLnBrk="1" latinLnBrk="1" hangingPunct="1">
              <a:spcBef>
                <a:spcPct val="0"/>
              </a:spcBef>
              <a:buSzTx/>
              <a:buFontTx/>
              <a:buNone/>
            </a:pPr>
            <a:r>
              <a:rPr lang="en-US" altLang="ko-KR" sz="3000" b="1">
                <a:solidFill>
                  <a:srgbClr val="0000FF"/>
                </a:solidFill>
                <a:latin typeface="함초롬바탕" pitchFamily="18" charset="-127"/>
                <a:ea typeface="함초롬바탕" pitchFamily="18" charset="-127"/>
              </a:rPr>
              <a:t>2. E-R Diagram Components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슬라이드 번호 개체 틀 5">
            <a:extLst>
              <a:ext uri="{FF2B5EF4-FFF2-40B4-BE49-F238E27FC236}">
                <a16:creationId xmlns:a16="http://schemas.microsoft.com/office/drawing/2014/main" id="{6E443B9F-8091-D133-B7C0-51B601B8BE2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SzPct val="110000"/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>
              <a:spcBef>
                <a:spcPct val="20000"/>
              </a:spcBef>
              <a:buChar char="–"/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fld id="{EBA6F626-AA07-4DAF-86AC-F951EEA4F165}" type="slidenum">
              <a:rPr lang="en-US" altLang="ko-KR" sz="1400">
                <a:latin typeface="Arial" panose="020B0604020202020204" pitchFamily="34" charset="0"/>
                <a:ea typeface="돋움" panose="020B0600000101010101" pitchFamily="34" charset="-127"/>
              </a:rPr>
              <a:pPr>
                <a:spcBef>
                  <a:spcPct val="0"/>
                </a:spcBef>
                <a:buSzTx/>
                <a:buFontTx/>
                <a:buNone/>
              </a:pPr>
              <a:t>12</a:t>
            </a:fld>
            <a:endParaRPr lang="en-US" altLang="ko-KR" sz="1400">
              <a:latin typeface="Arial" panose="020B0604020202020204" pitchFamily="34" charset="0"/>
              <a:ea typeface="돋움" panose="020B0600000101010101" pitchFamily="34" charset="-127"/>
            </a:endParaRPr>
          </a:p>
        </p:txBody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89D87635-DF37-EC55-89A7-6970E269541F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381000" y="1600200"/>
            <a:ext cx="8413750" cy="4724400"/>
          </a:xfrm>
        </p:spPr>
        <p:txBody>
          <a:bodyPr/>
          <a:lstStyle/>
          <a:p>
            <a:pPr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q"/>
            </a:pPr>
            <a:r>
              <a:rPr lang="en-US" altLang="ko-KR" sz="1800" b="1">
                <a:latin typeface="신명조" charset="-127"/>
                <a:ea typeface="함초롬바탕" pitchFamily="18" charset="-127"/>
              </a:rPr>
              <a:t>C</a:t>
            </a:r>
            <a:r>
              <a:rPr lang="en-US" altLang="ko-KR" sz="1800" b="1">
                <a:latin typeface="함초롬바탕" pitchFamily="18" charset="-127"/>
                <a:ea typeface="함초롬바탕" pitchFamily="18" charset="-127"/>
              </a:rPr>
              <a:t>omposite attribute</a:t>
            </a:r>
          </a:p>
          <a:p>
            <a:pPr lvl="1" algn="just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en-US" altLang="ko-KR" b="1">
                <a:latin typeface="함초롬바탕" pitchFamily="18" charset="-127"/>
                <a:ea typeface="함초롬바탕" pitchFamily="18" charset="-127"/>
              </a:rPr>
              <a:t>An attribute consisting of two or more attributes</a:t>
            </a:r>
          </a:p>
          <a:p>
            <a:pPr lvl="1" algn="just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endParaRPr lang="en-US" altLang="ko-KR" b="1">
              <a:latin typeface="함초롬바탕" pitchFamily="18" charset="-127"/>
              <a:ea typeface="함초롬바탕" pitchFamily="18" charset="-127"/>
            </a:endParaRPr>
          </a:p>
          <a:p>
            <a:pPr lvl="1" algn="just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en-US" altLang="ko-KR" b="1">
                <a:latin typeface="함초롬바탕" pitchFamily="18" charset="-127"/>
                <a:ea typeface="함초롬바탕" pitchFamily="18" charset="-127"/>
              </a:rPr>
              <a:t>A collection of closely related attributes of the same entity type or relationship type</a:t>
            </a:r>
          </a:p>
          <a:p>
            <a:pPr lvl="1" algn="just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ko-KR" sz="1600" b="1"/>
          </a:p>
        </p:txBody>
      </p:sp>
      <p:pic>
        <p:nvPicPr>
          <p:cNvPr id="26628" name="Picture 5">
            <a:extLst>
              <a:ext uri="{FF2B5EF4-FFF2-40B4-BE49-F238E27FC236}">
                <a16:creationId xmlns:a16="http://schemas.microsoft.com/office/drawing/2014/main" id="{2A126736-E95E-7440-D55E-583625F4548D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820863" y="3962400"/>
            <a:ext cx="5534025" cy="2168525"/>
          </a:xfrm>
          <a:noFill/>
          <a:extLs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</p:pic>
      <p:sp>
        <p:nvSpPr>
          <p:cNvPr id="26629" name="Rectangle 2">
            <a:extLst>
              <a:ext uri="{FF2B5EF4-FFF2-40B4-BE49-F238E27FC236}">
                <a16:creationId xmlns:a16="http://schemas.microsoft.com/office/drawing/2014/main" id="{C0152B7B-9CFB-D145-711A-72D0A08577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8163" y="533400"/>
            <a:ext cx="5527675" cy="685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SzPct val="110000"/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>
              <a:spcBef>
                <a:spcPct val="20000"/>
              </a:spcBef>
              <a:buChar char="–"/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 algn="ctr" eaLnBrk="1" latinLnBrk="1" hangingPunct="1">
              <a:spcBef>
                <a:spcPct val="0"/>
              </a:spcBef>
              <a:buSzTx/>
              <a:buFontTx/>
              <a:buNone/>
            </a:pPr>
            <a:r>
              <a:rPr lang="en-US" altLang="ko-KR" sz="3000" b="1">
                <a:solidFill>
                  <a:srgbClr val="0000FF"/>
                </a:solidFill>
                <a:latin typeface="함초롬바탕" pitchFamily="18" charset="-127"/>
                <a:ea typeface="함초롬바탕" pitchFamily="18" charset="-127"/>
              </a:rPr>
              <a:t>2. E-R Diagram Components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슬라이드 번호 개체 틀 4">
            <a:extLst>
              <a:ext uri="{FF2B5EF4-FFF2-40B4-BE49-F238E27FC236}">
                <a16:creationId xmlns:a16="http://schemas.microsoft.com/office/drawing/2014/main" id="{62C3CA5F-D0FB-07B6-C853-2C535967B82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SzPct val="110000"/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>
              <a:spcBef>
                <a:spcPct val="20000"/>
              </a:spcBef>
              <a:buChar char="–"/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fld id="{F820FB86-A3D2-491E-92BA-4B843F4B396E}" type="slidenum">
              <a:rPr lang="en-US" altLang="ko-KR" sz="1400">
                <a:latin typeface="Arial" panose="020B0604020202020204" pitchFamily="34" charset="0"/>
                <a:ea typeface="돋움" panose="020B0600000101010101" pitchFamily="34" charset="-127"/>
              </a:rPr>
              <a:pPr>
                <a:spcBef>
                  <a:spcPct val="0"/>
                </a:spcBef>
                <a:buSzTx/>
                <a:buFontTx/>
                <a:buNone/>
              </a:pPr>
              <a:t>13</a:t>
            </a:fld>
            <a:endParaRPr lang="en-US" altLang="ko-KR" sz="1400">
              <a:latin typeface="Arial" panose="020B0604020202020204" pitchFamily="34" charset="0"/>
              <a:ea typeface="돋움" panose="020B0600000101010101" pitchFamily="34" charset="-127"/>
            </a:endParaRPr>
          </a:p>
        </p:txBody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8CC1CFA8-589B-210E-E6B8-5FFB0D0BED8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55600" y="1563688"/>
            <a:ext cx="8458200" cy="4902200"/>
          </a:xfrm>
        </p:spPr>
        <p:txBody>
          <a:bodyPr/>
          <a:lstStyle/>
          <a:p>
            <a:pPr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q"/>
            </a:pPr>
            <a:r>
              <a:rPr lang="en-US" altLang="ko-KR" sz="2000" b="1">
                <a:latin typeface="함초롬바탕" pitchFamily="18" charset="-127"/>
                <a:ea typeface="함초롬바탕" pitchFamily="18" charset="-127"/>
              </a:rPr>
              <a:t>Single-valued attribute</a:t>
            </a:r>
          </a:p>
          <a:p>
            <a:pPr lvl="1" algn="just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en-US" altLang="ko-KR" b="1">
                <a:latin typeface="함초롬바탕" pitchFamily="18" charset="-127"/>
                <a:ea typeface="함초롬바탕" pitchFamily="18" charset="-127"/>
              </a:rPr>
              <a:t>Attribute with exactly one value for each entity</a:t>
            </a:r>
          </a:p>
          <a:p>
            <a:pPr lvl="1" algn="just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endParaRPr lang="en-US" altLang="ko-KR" b="1">
              <a:latin typeface="함초롬바탕" pitchFamily="18" charset="-127"/>
              <a:ea typeface="함초롬바탕" pitchFamily="18" charset="-127"/>
            </a:endParaRPr>
          </a:p>
          <a:p>
            <a:pPr lvl="1" algn="just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en-US" altLang="ko-KR" b="1">
                <a:latin typeface="함초롬바탕" pitchFamily="18" charset="-127"/>
                <a:ea typeface="함초롬바탕" pitchFamily="18" charset="-127"/>
              </a:rPr>
              <a:t>Same representation as a simple attribute in an E-R diagram</a:t>
            </a:r>
          </a:p>
          <a:p>
            <a:pPr lvl="2" algn="just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en-US" altLang="ko-KR" b="1">
                <a:latin typeface="함초롬바탕" pitchFamily="18" charset="-127"/>
                <a:ea typeface="함초롬바탕" pitchFamily="18" charset="-127"/>
              </a:rPr>
              <a:t>Example: The employee number attribute of an employee is a single-valued attribute because no employee has more than one employee number.</a:t>
            </a:r>
          </a:p>
          <a:p>
            <a:pPr lvl="1" algn="just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endParaRPr lang="en-US" altLang="ko-KR" b="1">
              <a:latin typeface="함초롬바탕" pitchFamily="18" charset="-127"/>
              <a:ea typeface="함초롬바탕" pitchFamily="18" charset="-127"/>
            </a:endParaRPr>
          </a:p>
          <a:p>
            <a:pPr lvl="1" algn="just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en-US" altLang="ko-KR" b="1">
                <a:latin typeface="함초롬바탕" pitchFamily="18" charset="-127"/>
                <a:ea typeface="함초롬바탕" pitchFamily="18" charset="-127"/>
              </a:rPr>
              <a:t>Most attributes in an E-R diagram are single valued attributes.</a:t>
            </a:r>
          </a:p>
          <a:p>
            <a:pPr lvl="1" algn="just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ko-KR" b="1"/>
          </a:p>
        </p:txBody>
      </p:sp>
      <p:sp>
        <p:nvSpPr>
          <p:cNvPr id="28676" name="Rectangle 2">
            <a:extLst>
              <a:ext uri="{FF2B5EF4-FFF2-40B4-BE49-F238E27FC236}">
                <a16:creationId xmlns:a16="http://schemas.microsoft.com/office/drawing/2014/main" id="{DF673E3C-10AB-CC1C-26B8-11FD3EB7CA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8163" y="533400"/>
            <a:ext cx="5527675" cy="685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SzPct val="110000"/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>
              <a:spcBef>
                <a:spcPct val="20000"/>
              </a:spcBef>
              <a:buChar char="–"/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 algn="ctr" eaLnBrk="1" latinLnBrk="1" hangingPunct="1">
              <a:spcBef>
                <a:spcPct val="0"/>
              </a:spcBef>
              <a:buSzTx/>
              <a:buFontTx/>
              <a:buNone/>
            </a:pPr>
            <a:r>
              <a:rPr lang="en-US" altLang="ko-KR" sz="3000" b="1">
                <a:solidFill>
                  <a:srgbClr val="0000FF"/>
                </a:solidFill>
                <a:latin typeface="함초롬바탕" pitchFamily="18" charset="-127"/>
                <a:ea typeface="함초롬바탕" pitchFamily="18" charset="-127"/>
              </a:rPr>
              <a:t>2. E-R Diagram Components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슬라이드 번호 개체 틀 5">
            <a:extLst>
              <a:ext uri="{FF2B5EF4-FFF2-40B4-BE49-F238E27FC236}">
                <a16:creationId xmlns:a16="http://schemas.microsoft.com/office/drawing/2014/main" id="{778E5283-388D-C1F6-6C06-9BF620C1BF2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SzPct val="110000"/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>
              <a:spcBef>
                <a:spcPct val="20000"/>
              </a:spcBef>
              <a:buChar char="–"/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fld id="{0B83E94F-52DA-4063-BF0B-368BA61A04D1}" type="slidenum">
              <a:rPr lang="en-US" altLang="ko-KR" sz="1400">
                <a:latin typeface="Arial" panose="020B0604020202020204" pitchFamily="34" charset="0"/>
                <a:ea typeface="돋움" panose="020B0600000101010101" pitchFamily="34" charset="-127"/>
              </a:rPr>
              <a:pPr>
                <a:spcBef>
                  <a:spcPct val="0"/>
                </a:spcBef>
                <a:buSzTx/>
                <a:buFontTx/>
                <a:buNone/>
              </a:pPr>
              <a:t>14</a:t>
            </a:fld>
            <a:endParaRPr lang="en-US" altLang="ko-KR" sz="1400">
              <a:latin typeface="Arial" panose="020B0604020202020204" pitchFamily="34" charset="0"/>
              <a:ea typeface="돋움" panose="020B0600000101010101" pitchFamily="34" charset="-127"/>
            </a:endParaRPr>
          </a:p>
        </p:txBody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AA2406B4-8AED-B956-D8E1-14C56ED55E25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381000" y="1600200"/>
            <a:ext cx="8289925" cy="4724400"/>
          </a:xfrm>
        </p:spPr>
        <p:txBody>
          <a:bodyPr/>
          <a:lstStyle/>
          <a:p>
            <a:pPr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q"/>
            </a:pPr>
            <a:r>
              <a:rPr lang="en-US" altLang="ko-KR" sz="1800" b="1">
                <a:latin typeface="함초롬바탕" pitchFamily="18" charset="-127"/>
                <a:ea typeface="함초롬바탕" pitchFamily="18" charset="-127"/>
              </a:rPr>
              <a:t>Multi-valued</a:t>
            </a:r>
            <a:r>
              <a:rPr lang="en-US" altLang="ko-KR" sz="1800">
                <a:latin typeface="함초롬바탕" pitchFamily="18" charset="-127"/>
                <a:ea typeface="함초롬바탕" pitchFamily="18" charset="-127"/>
              </a:rPr>
              <a:t> </a:t>
            </a:r>
            <a:r>
              <a:rPr lang="en-US" altLang="ko-KR" sz="1800" b="1">
                <a:latin typeface="함초롬바탕" pitchFamily="18" charset="-127"/>
                <a:ea typeface="함초롬바탕" pitchFamily="18" charset="-127"/>
              </a:rPr>
              <a:t>attribute</a:t>
            </a:r>
          </a:p>
          <a:p>
            <a:pPr lvl="1" algn="just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en-US" altLang="ko-KR" b="1">
                <a:latin typeface="함초롬바탕" pitchFamily="18" charset="-127"/>
                <a:ea typeface="함초롬바탕" pitchFamily="18" charset="-127"/>
              </a:rPr>
              <a:t>An attribute that can have multiple values for each entity</a:t>
            </a:r>
          </a:p>
          <a:p>
            <a:pPr lvl="1" algn="just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endParaRPr lang="en-US" altLang="ko-KR" b="1">
              <a:latin typeface="함초롬바탕" pitchFamily="18" charset="-127"/>
              <a:ea typeface="함초롬바탕" pitchFamily="18" charset="-127"/>
            </a:endParaRPr>
          </a:p>
          <a:p>
            <a:pPr lvl="1" algn="just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en-US" altLang="ko-KR" b="1">
                <a:latin typeface="함초롬바탕" pitchFamily="18" charset="-127"/>
                <a:ea typeface="함초롬바탕" pitchFamily="18" charset="-127"/>
              </a:rPr>
              <a:t>Expressed as double line ellipse in E-R diagram</a:t>
            </a:r>
          </a:p>
          <a:p>
            <a:pPr lvl="1" algn="just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ko-KR" sz="1600" b="1"/>
          </a:p>
        </p:txBody>
      </p:sp>
      <p:pic>
        <p:nvPicPr>
          <p:cNvPr id="30724" name="Picture 5">
            <a:extLst>
              <a:ext uri="{FF2B5EF4-FFF2-40B4-BE49-F238E27FC236}">
                <a16:creationId xmlns:a16="http://schemas.microsoft.com/office/drawing/2014/main" id="{6F378A14-E409-E0FA-13F3-594622447B42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55938" y="3540125"/>
            <a:ext cx="2940050" cy="1587500"/>
          </a:xfrm>
          <a:noFill/>
          <a:extLs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</p:pic>
      <p:sp>
        <p:nvSpPr>
          <p:cNvPr id="30725" name="Rectangle 2">
            <a:extLst>
              <a:ext uri="{FF2B5EF4-FFF2-40B4-BE49-F238E27FC236}">
                <a16:creationId xmlns:a16="http://schemas.microsoft.com/office/drawing/2014/main" id="{9501C70D-A80D-862F-B2C9-1484BD4268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8163" y="533400"/>
            <a:ext cx="5527675" cy="685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SzPct val="110000"/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>
              <a:spcBef>
                <a:spcPct val="20000"/>
              </a:spcBef>
              <a:buChar char="–"/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 algn="ctr" eaLnBrk="1" latinLnBrk="1" hangingPunct="1">
              <a:spcBef>
                <a:spcPct val="0"/>
              </a:spcBef>
              <a:buSzTx/>
              <a:buFontTx/>
              <a:buNone/>
            </a:pPr>
            <a:r>
              <a:rPr lang="en-US" altLang="ko-KR" sz="3000" b="1">
                <a:solidFill>
                  <a:srgbClr val="0000FF"/>
                </a:solidFill>
                <a:latin typeface="함초롬바탕" pitchFamily="18" charset="-127"/>
                <a:ea typeface="함초롬바탕" pitchFamily="18" charset="-127"/>
              </a:rPr>
              <a:t>2. E-R Diagram Components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슬라이드 번호 개체 틀 4">
            <a:extLst>
              <a:ext uri="{FF2B5EF4-FFF2-40B4-BE49-F238E27FC236}">
                <a16:creationId xmlns:a16="http://schemas.microsoft.com/office/drawing/2014/main" id="{0317172D-3F38-5C06-DAE1-4BD5633D797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SzPct val="110000"/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>
              <a:spcBef>
                <a:spcPct val="20000"/>
              </a:spcBef>
              <a:buChar char="–"/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fld id="{13702A92-2769-4A71-9E82-843D472C7853}" type="slidenum">
              <a:rPr lang="en-US" altLang="ko-KR" sz="1400">
                <a:latin typeface="Arial" panose="020B0604020202020204" pitchFamily="34" charset="0"/>
                <a:ea typeface="돋움" panose="020B0600000101010101" pitchFamily="34" charset="-127"/>
              </a:rPr>
              <a:pPr>
                <a:spcBef>
                  <a:spcPct val="0"/>
                </a:spcBef>
                <a:buSzTx/>
                <a:buFontTx/>
                <a:buNone/>
              </a:pPr>
              <a:t>15</a:t>
            </a:fld>
            <a:endParaRPr lang="en-US" altLang="ko-KR" sz="1400">
              <a:latin typeface="Arial" panose="020B0604020202020204" pitchFamily="34" charset="0"/>
              <a:ea typeface="돋움" panose="020B0600000101010101" pitchFamily="34" charset="-127"/>
            </a:endParaRPr>
          </a:p>
        </p:txBody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825982B7-7E7A-931C-0F10-6CD35025AC2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55600" y="1563688"/>
            <a:ext cx="8458200" cy="4902200"/>
          </a:xfrm>
        </p:spPr>
        <p:txBody>
          <a:bodyPr/>
          <a:lstStyle/>
          <a:p>
            <a:pPr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q"/>
            </a:pPr>
            <a:r>
              <a:rPr lang="en-US" altLang="ko-KR" sz="2000" b="1">
                <a:latin typeface="함초롬바탕" pitchFamily="18" charset="-127"/>
                <a:ea typeface="함초롬바탕" pitchFamily="18" charset="-127"/>
              </a:rPr>
              <a:t>Stored attribute</a:t>
            </a:r>
          </a:p>
          <a:p>
            <a:pPr lvl="1" algn="just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en-US" altLang="ko-KR" b="1">
                <a:latin typeface="함초롬바탕" pitchFamily="18" charset="-127"/>
                <a:ea typeface="함초롬바탕" pitchFamily="18" charset="-127"/>
              </a:rPr>
              <a:t>An attribute which are physically stored in the database</a:t>
            </a:r>
          </a:p>
          <a:p>
            <a:pPr lvl="1" algn="just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endParaRPr lang="en-US" altLang="ko-KR" b="1">
              <a:latin typeface="함초롬바탕" pitchFamily="18" charset="-127"/>
              <a:ea typeface="함초롬바탕" pitchFamily="18" charset="-127"/>
            </a:endParaRPr>
          </a:p>
          <a:p>
            <a:pPr lvl="1" algn="just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en-US" altLang="ko-KR" b="1">
                <a:latin typeface="함초롬바탕" pitchFamily="18" charset="-127"/>
                <a:ea typeface="함초롬바탕" pitchFamily="18" charset="-127"/>
              </a:rPr>
              <a:t>Same representation as a simple attribute in an E-R diagram</a:t>
            </a:r>
          </a:p>
          <a:p>
            <a:pPr lvl="1" algn="just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endParaRPr lang="en-US" altLang="ko-KR" b="1">
              <a:latin typeface="함초롬바탕" pitchFamily="18" charset="-127"/>
              <a:ea typeface="함초롬바탕" pitchFamily="18" charset="-127"/>
            </a:endParaRPr>
          </a:p>
          <a:p>
            <a:pPr lvl="1" algn="just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en-US" altLang="ko-KR" b="1">
                <a:latin typeface="함초롬바탕" pitchFamily="18" charset="-127"/>
                <a:ea typeface="함초롬바탕" pitchFamily="18" charset="-127"/>
              </a:rPr>
              <a:t>Most attributes in an E-R diagram are stored attributes.</a:t>
            </a:r>
          </a:p>
          <a:p>
            <a:pPr lvl="1" algn="just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endParaRPr lang="en-US" altLang="ko-KR" b="1">
              <a:latin typeface="함초롬바탕" pitchFamily="18" charset="-127"/>
              <a:ea typeface="함초롬바탕" pitchFamily="18" charset="-127"/>
            </a:endParaRPr>
          </a:p>
          <a:p>
            <a:pPr lvl="1" algn="just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en-US" altLang="ko-KR" b="1">
                <a:latin typeface="함초롬바탕" pitchFamily="18" charset="-127"/>
                <a:ea typeface="함초롬바탕" pitchFamily="18" charset="-127"/>
              </a:rPr>
              <a:t>Example: </a:t>
            </a:r>
          </a:p>
          <a:p>
            <a:pPr lvl="2" algn="just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en-US" altLang="ko-KR" b="1">
                <a:latin typeface="함초롬바탕" pitchFamily="18" charset="-127"/>
                <a:ea typeface="함초롬바탕" pitchFamily="18" charset="-127"/>
              </a:rPr>
              <a:t>Assume a table called as student. There are attributes such as student_id, student_name, student_email. We cannot derive value of these attribute using other attributes. </a:t>
            </a:r>
          </a:p>
          <a:p>
            <a:pPr lvl="1" algn="just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endParaRPr lang="en-US" altLang="ko-KR" b="1">
              <a:latin typeface="함초롬바탕" pitchFamily="18" charset="-127"/>
              <a:ea typeface="함초롬바탕" pitchFamily="18" charset="-127"/>
            </a:endParaRPr>
          </a:p>
          <a:p>
            <a:pPr lvl="1" algn="just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endParaRPr lang="en-US" altLang="ko-KR" b="1">
              <a:latin typeface="함초롬바탕" pitchFamily="18" charset="-127"/>
              <a:ea typeface="함초롬바탕" pitchFamily="18" charset="-127"/>
            </a:endParaRPr>
          </a:p>
          <a:p>
            <a:pPr lvl="1" algn="just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ko-KR" b="1"/>
          </a:p>
        </p:txBody>
      </p:sp>
      <p:sp>
        <p:nvSpPr>
          <p:cNvPr id="32772" name="Rectangle 2">
            <a:extLst>
              <a:ext uri="{FF2B5EF4-FFF2-40B4-BE49-F238E27FC236}">
                <a16:creationId xmlns:a16="http://schemas.microsoft.com/office/drawing/2014/main" id="{EAFF1B5D-4483-D6C3-6DBF-8B957020D9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8163" y="533400"/>
            <a:ext cx="5527675" cy="685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SzPct val="110000"/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>
              <a:spcBef>
                <a:spcPct val="20000"/>
              </a:spcBef>
              <a:buChar char="–"/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 algn="ctr" eaLnBrk="1" latinLnBrk="1" hangingPunct="1">
              <a:spcBef>
                <a:spcPct val="0"/>
              </a:spcBef>
              <a:buSzTx/>
              <a:buFontTx/>
              <a:buNone/>
            </a:pPr>
            <a:r>
              <a:rPr lang="en-US" altLang="ko-KR" sz="3000" b="1">
                <a:solidFill>
                  <a:srgbClr val="0000FF"/>
                </a:solidFill>
                <a:latin typeface="함초롬바탕" pitchFamily="18" charset="-127"/>
                <a:ea typeface="함초롬바탕" pitchFamily="18" charset="-127"/>
              </a:rPr>
              <a:t>2. E-R Diagram Components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번호 개체 틀 5">
            <a:extLst>
              <a:ext uri="{FF2B5EF4-FFF2-40B4-BE49-F238E27FC236}">
                <a16:creationId xmlns:a16="http://schemas.microsoft.com/office/drawing/2014/main" id="{5448275A-BE14-68ED-3CA0-22266E02290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SzPct val="110000"/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>
              <a:spcBef>
                <a:spcPct val="20000"/>
              </a:spcBef>
              <a:buChar char="–"/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fld id="{2E474B7D-4424-4E58-BD54-C36918E5851B}" type="slidenum">
              <a:rPr lang="en-US" altLang="ko-KR" sz="1400">
                <a:latin typeface="Arial" panose="020B0604020202020204" pitchFamily="34" charset="0"/>
                <a:ea typeface="돋움" panose="020B0600000101010101" pitchFamily="34" charset="-127"/>
              </a:rPr>
              <a:pPr>
                <a:spcBef>
                  <a:spcPct val="0"/>
                </a:spcBef>
                <a:buSzTx/>
                <a:buFontTx/>
                <a:buNone/>
              </a:pPr>
              <a:t>16</a:t>
            </a:fld>
            <a:endParaRPr lang="en-US" altLang="ko-KR" sz="1400">
              <a:latin typeface="Arial" panose="020B0604020202020204" pitchFamily="34" charset="0"/>
              <a:ea typeface="돋움" panose="020B0600000101010101" pitchFamily="34" charset="-127"/>
            </a:endParaRPr>
          </a:p>
        </p:txBody>
      </p:sp>
      <p:sp>
        <p:nvSpPr>
          <p:cNvPr id="34819" name="Rectangle 3">
            <a:extLst>
              <a:ext uri="{FF2B5EF4-FFF2-40B4-BE49-F238E27FC236}">
                <a16:creationId xmlns:a16="http://schemas.microsoft.com/office/drawing/2014/main" id="{89FA5A33-D00E-6296-B26F-EA8DC85BF5DA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381000" y="1600200"/>
            <a:ext cx="8334375" cy="4724400"/>
          </a:xfrm>
        </p:spPr>
        <p:txBody>
          <a:bodyPr/>
          <a:lstStyle/>
          <a:p>
            <a:pPr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q"/>
            </a:pPr>
            <a:r>
              <a:rPr lang="en-US" altLang="ko-KR" sz="1800" b="1">
                <a:latin typeface="함초롬바탕" pitchFamily="18" charset="-127"/>
                <a:ea typeface="함초롬바탕" pitchFamily="18" charset="-127"/>
              </a:rPr>
              <a:t>Derived attribute</a:t>
            </a:r>
          </a:p>
          <a:p>
            <a:pPr lvl="1" algn="just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en-US" altLang="ko-KR" b="1">
                <a:latin typeface="함초롬바탕" pitchFamily="18" charset="-127"/>
                <a:ea typeface="함초롬바탕" pitchFamily="18" charset="-127"/>
              </a:rPr>
              <a:t>Attribute obtained from the value of the other attribute</a:t>
            </a:r>
          </a:p>
          <a:p>
            <a:pPr lvl="1" algn="just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endParaRPr lang="en-US" altLang="ko-KR" b="1">
              <a:latin typeface="함초롬바탕" pitchFamily="18" charset="-127"/>
              <a:ea typeface="함초롬바탕" pitchFamily="18" charset="-127"/>
            </a:endParaRPr>
          </a:p>
          <a:p>
            <a:pPr lvl="1" algn="just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en-US" altLang="ko-KR" b="1">
                <a:latin typeface="함초롬바탕" pitchFamily="18" charset="-127"/>
                <a:ea typeface="함초롬바탕" pitchFamily="18" charset="-127"/>
              </a:rPr>
              <a:t>Represented by dotted ellipse in ER diagram</a:t>
            </a:r>
          </a:p>
          <a:p>
            <a:pPr lvl="1" algn="just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ko-KR" b="1"/>
          </a:p>
        </p:txBody>
      </p:sp>
      <p:pic>
        <p:nvPicPr>
          <p:cNvPr id="34820" name="Picture 5">
            <a:extLst>
              <a:ext uri="{FF2B5EF4-FFF2-40B4-BE49-F238E27FC236}">
                <a16:creationId xmlns:a16="http://schemas.microsoft.com/office/drawing/2014/main" id="{DD68FB22-190B-C242-4BC7-712E311BCFC5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967038" y="3868738"/>
            <a:ext cx="3209925" cy="1485900"/>
          </a:xfrm>
          <a:noFill/>
          <a:extLs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</p:pic>
      <p:sp>
        <p:nvSpPr>
          <p:cNvPr id="34821" name="Rectangle 2">
            <a:extLst>
              <a:ext uri="{FF2B5EF4-FFF2-40B4-BE49-F238E27FC236}">
                <a16:creationId xmlns:a16="http://schemas.microsoft.com/office/drawing/2014/main" id="{65F4C032-1B68-5436-B1BB-9D394CF779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8163" y="533400"/>
            <a:ext cx="5527675" cy="685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SzPct val="110000"/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>
              <a:spcBef>
                <a:spcPct val="20000"/>
              </a:spcBef>
              <a:buChar char="–"/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 algn="ctr" eaLnBrk="1" latinLnBrk="1" hangingPunct="1">
              <a:spcBef>
                <a:spcPct val="0"/>
              </a:spcBef>
              <a:buSzTx/>
              <a:buFontTx/>
              <a:buNone/>
            </a:pPr>
            <a:r>
              <a:rPr lang="en-US" altLang="ko-KR" sz="3000" b="1">
                <a:solidFill>
                  <a:srgbClr val="0000FF"/>
                </a:solidFill>
                <a:latin typeface="함초롬바탕" pitchFamily="18" charset="-127"/>
                <a:ea typeface="함초롬바탕" pitchFamily="18" charset="-127"/>
              </a:rPr>
              <a:t>2. E-R Diagram Components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슬라이드 번호 개체 틀 3">
            <a:extLst>
              <a:ext uri="{FF2B5EF4-FFF2-40B4-BE49-F238E27FC236}">
                <a16:creationId xmlns:a16="http://schemas.microsoft.com/office/drawing/2014/main" id="{39B9806B-99C7-44A1-359C-95429DC8FEF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SzPct val="110000"/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>
              <a:spcBef>
                <a:spcPct val="20000"/>
              </a:spcBef>
              <a:buChar char="–"/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fld id="{868B7022-FBED-4650-87CF-487468DFAB04}" type="slidenum">
              <a:rPr lang="en-US" altLang="ko-KR" sz="1400">
                <a:latin typeface="Arial" panose="020B0604020202020204" pitchFamily="34" charset="0"/>
                <a:ea typeface="돋움" panose="020B0600000101010101" pitchFamily="34" charset="-127"/>
              </a:rPr>
              <a:pPr>
                <a:spcBef>
                  <a:spcPct val="0"/>
                </a:spcBef>
                <a:buSzTx/>
                <a:buFontTx/>
                <a:buNone/>
              </a:pPr>
              <a:t>17</a:t>
            </a:fld>
            <a:endParaRPr lang="en-US" altLang="ko-KR" sz="1400">
              <a:latin typeface="Arial" panose="020B0604020202020204" pitchFamily="34" charset="0"/>
              <a:ea typeface="돋움" panose="020B0600000101010101" pitchFamily="34" charset="-127"/>
            </a:endParaRPr>
          </a:p>
        </p:txBody>
      </p:sp>
      <p:pic>
        <p:nvPicPr>
          <p:cNvPr id="36867" name="Picture 4">
            <a:extLst>
              <a:ext uri="{FF2B5EF4-FFF2-40B4-BE49-F238E27FC236}">
                <a16:creationId xmlns:a16="http://schemas.microsoft.com/office/drawing/2014/main" id="{B6C40923-F914-A99E-822F-60715F9B95AD}"/>
              </a:ext>
            </a:extLst>
          </p:cNvPr>
          <p:cNvPicPr>
            <a:picLocks noGrp="1" noChangeAspect="1" noChangeArrowheads="1"/>
          </p:cNvPicPr>
          <p:nvPr>
            <p:ph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262063" y="1587500"/>
            <a:ext cx="6683375" cy="4489450"/>
          </a:xfrm>
          <a:noFill/>
          <a:extLs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</p:pic>
      <p:sp>
        <p:nvSpPr>
          <p:cNvPr id="36868" name="Rectangle 2">
            <a:extLst>
              <a:ext uri="{FF2B5EF4-FFF2-40B4-BE49-F238E27FC236}">
                <a16:creationId xmlns:a16="http://schemas.microsoft.com/office/drawing/2014/main" id="{1E58C6AD-B47E-0425-07F2-D22539D303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8163" y="533400"/>
            <a:ext cx="5527675" cy="685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SzPct val="110000"/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>
              <a:spcBef>
                <a:spcPct val="20000"/>
              </a:spcBef>
              <a:buChar char="–"/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 algn="ctr" eaLnBrk="1" latinLnBrk="1" hangingPunct="1">
              <a:spcBef>
                <a:spcPct val="0"/>
              </a:spcBef>
              <a:buSzTx/>
              <a:buFontTx/>
              <a:buNone/>
            </a:pPr>
            <a:r>
              <a:rPr lang="en-US" altLang="ko-KR" sz="3000" b="1">
                <a:solidFill>
                  <a:srgbClr val="0000FF"/>
                </a:solidFill>
                <a:latin typeface="함초롬바탕" pitchFamily="18" charset="-127"/>
                <a:ea typeface="함초롬바탕" pitchFamily="18" charset="-127"/>
              </a:rPr>
              <a:t>2. E-R Diagram Components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슬라이드 번호 개체 틀 4">
            <a:extLst>
              <a:ext uri="{FF2B5EF4-FFF2-40B4-BE49-F238E27FC236}">
                <a16:creationId xmlns:a16="http://schemas.microsoft.com/office/drawing/2014/main" id="{40D4532E-DBD9-7919-5417-C154C06CC38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SzPct val="110000"/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>
              <a:spcBef>
                <a:spcPct val="20000"/>
              </a:spcBef>
              <a:buChar char="–"/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fld id="{29945A8B-6DE1-47EC-9824-3F16F33E3DD6}" type="slidenum">
              <a:rPr lang="en-US" altLang="ko-KR" sz="1400">
                <a:latin typeface="Arial" panose="020B0604020202020204" pitchFamily="34" charset="0"/>
                <a:ea typeface="돋움" panose="020B0600000101010101" pitchFamily="34" charset="-127"/>
              </a:rPr>
              <a:pPr>
                <a:spcBef>
                  <a:spcPct val="0"/>
                </a:spcBef>
                <a:buSzTx/>
                <a:buFontTx/>
                <a:buNone/>
              </a:pPr>
              <a:t>18</a:t>
            </a:fld>
            <a:endParaRPr lang="en-US" altLang="ko-KR" sz="1400">
              <a:latin typeface="Arial" panose="020B0604020202020204" pitchFamily="34" charset="0"/>
              <a:ea typeface="돋움" panose="020B0600000101010101" pitchFamily="34" charset="-127"/>
            </a:endParaRPr>
          </a:p>
        </p:txBody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500F4291-1871-D660-70E7-144D38B963A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55600" y="1563688"/>
            <a:ext cx="8458200" cy="4902200"/>
          </a:xfrm>
        </p:spPr>
        <p:txBody>
          <a:bodyPr/>
          <a:lstStyle/>
          <a:p>
            <a:pPr algn="just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q"/>
            </a:pPr>
            <a:r>
              <a:rPr lang="en-US" altLang="ko-KR" sz="2000" b="1">
                <a:latin typeface="함초롬바탕" pitchFamily="18" charset="-127"/>
                <a:ea typeface="함초롬바탕" pitchFamily="18" charset="-127"/>
              </a:rPr>
              <a:t>Relationships and Relationship Types</a:t>
            </a:r>
          </a:p>
          <a:p>
            <a:pPr lvl="1" algn="just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en-US" altLang="ko-KR" b="1">
                <a:latin typeface="함초롬바탕" pitchFamily="18" charset="-127"/>
                <a:ea typeface="함초롬바탕" pitchFamily="18" charset="-127"/>
              </a:rPr>
              <a:t>Relationship is a connection between entities that can be thought of as a mapping between two or more entity types.</a:t>
            </a:r>
          </a:p>
          <a:p>
            <a:pPr lvl="1" algn="just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endParaRPr lang="en-US" altLang="ko-KR" b="1">
              <a:latin typeface="함초롬바탕" pitchFamily="18" charset="-127"/>
              <a:ea typeface="함초롬바탕" pitchFamily="18" charset="-127"/>
            </a:endParaRPr>
          </a:p>
          <a:p>
            <a:pPr lvl="1" algn="just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en-US" altLang="ko-KR" b="1">
                <a:latin typeface="함초롬바탕" pitchFamily="18" charset="-127"/>
                <a:ea typeface="함초롬바탕" pitchFamily="18" charset="-127"/>
              </a:rPr>
              <a:t>Verbs are often represented as relations in the E-R diagram in the requirements specification.</a:t>
            </a:r>
          </a:p>
          <a:p>
            <a:pPr lvl="1" algn="just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endParaRPr lang="en-US" altLang="ko-KR" b="1">
              <a:latin typeface="함초롬바탕" pitchFamily="18" charset="-127"/>
              <a:ea typeface="함초롬바탕" pitchFamily="18" charset="-127"/>
            </a:endParaRPr>
          </a:p>
          <a:p>
            <a:pPr lvl="1" algn="just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en-US" altLang="ko-KR" b="1">
                <a:latin typeface="함초롬바탕" pitchFamily="18" charset="-127"/>
                <a:ea typeface="함초롬바탕" pitchFamily="18" charset="-127"/>
              </a:rPr>
              <a:t>Marked with diamonds in the E-R diagram</a:t>
            </a:r>
          </a:p>
          <a:p>
            <a:pPr lvl="1" algn="just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endParaRPr lang="en-US" altLang="ko-KR" b="1">
              <a:latin typeface="함초롬바탕" pitchFamily="18" charset="-127"/>
              <a:ea typeface="함초롬바탕" pitchFamily="18" charset="-127"/>
            </a:endParaRPr>
          </a:p>
        </p:txBody>
      </p:sp>
      <p:sp>
        <p:nvSpPr>
          <p:cNvPr id="38916" name="Rectangle 2">
            <a:extLst>
              <a:ext uri="{FF2B5EF4-FFF2-40B4-BE49-F238E27FC236}">
                <a16:creationId xmlns:a16="http://schemas.microsoft.com/office/drawing/2014/main" id="{09DD61BD-5636-4865-16C3-AEB5DCCC7E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8163" y="533400"/>
            <a:ext cx="5527675" cy="685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SzPct val="110000"/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>
              <a:spcBef>
                <a:spcPct val="20000"/>
              </a:spcBef>
              <a:buChar char="–"/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 algn="ctr" eaLnBrk="1" latinLnBrk="1" hangingPunct="1">
              <a:spcBef>
                <a:spcPct val="0"/>
              </a:spcBef>
              <a:buSzTx/>
              <a:buFontTx/>
              <a:buNone/>
            </a:pPr>
            <a:r>
              <a:rPr lang="en-US" altLang="ko-KR" sz="3000" b="1">
                <a:solidFill>
                  <a:srgbClr val="0000FF"/>
                </a:solidFill>
                <a:latin typeface="함초롬바탕" pitchFamily="18" charset="-127"/>
                <a:ea typeface="함초롬바탕" pitchFamily="18" charset="-127"/>
              </a:rPr>
              <a:t>2. E-R Diagram Components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슬라이드 번호 개체 틀 5">
            <a:extLst>
              <a:ext uri="{FF2B5EF4-FFF2-40B4-BE49-F238E27FC236}">
                <a16:creationId xmlns:a16="http://schemas.microsoft.com/office/drawing/2014/main" id="{09AE2D26-2788-C794-7667-85152DA00D7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SzPct val="110000"/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>
              <a:spcBef>
                <a:spcPct val="20000"/>
              </a:spcBef>
              <a:buChar char="–"/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fld id="{E26D9898-DCA6-4C6B-BF2C-37F17DAD9F67}" type="slidenum">
              <a:rPr lang="en-US" altLang="ko-KR" sz="1400">
                <a:latin typeface="Arial" panose="020B0604020202020204" pitchFamily="34" charset="0"/>
                <a:ea typeface="돋움" panose="020B0600000101010101" pitchFamily="34" charset="-127"/>
              </a:rPr>
              <a:pPr>
                <a:spcBef>
                  <a:spcPct val="0"/>
                </a:spcBef>
                <a:buSzTx/>
                <a:buFontTx/>
                <a:buNone/>
              </a:pPr>
              <a:t>19</a:t>
            </a:fld>
            <a:endParaRPr lang="en-US" altLang="ko-KR" sz="1400">
              <a:latin typeface="Arial" panose="020B0604020202020204" pitchFamily="34" charset="0"/>
              <a:ea typeface="돋움" panose="020B0600000101010101" pitchFamily="34" charset="-127"/>
            </a:endParaRPr>
          </a:p>
        </p:txBody>
      </p:sp>
      <p:pic>
        <p:nvPicPr>
          <p:cNvPr id="40963" name="Picture 4">
            <a:extLst>
              <a:ext uri="{FF2B5EF4-FFF2-40B4-BE49-F238E27FC236}">
                <a16:creationId xmlns:a16="http://schemas.microsoft.com/office/drawing/2014/main" id="{0D0FFE14-2CE4-2A48-F31F-299AE60A83F5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73150" y="2359025"/>
            <a:ext cx="6988175" cy="1397000"/>
          </a:xfrm>
          <a:noFill/>
          <a:extLs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</p:pic>
      <p:pic>
        <p:nvPicPr>
          <p:cNvPr id="40964" name="Picture 6">
            <a:extLst>
              <a:ext uri="{FF2B5EF4-FFF2-40B4-BE49-F238E27FC236}">
                <a16:creationId xmlns:a16="http://schemas.microsoft.com/office/drawing/2014/main" id="{2A38A9BF-E59F-C528-D0A6-3D6E05E47D90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31850" y="4103688"/>
            <a:ext cx="7472363" cy="1754187"/>
          </a:xfrm>
          <a:noFill/>
          <a:extLs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</p:pic>
      <p:sp>
        <p:nvSpPr>
          <p:cNvPr id="40965" name="Rectangle 2">
            <a:extLst>
              <a:ext uri="{FF2B5EF4-FFF2-40B4-BE49-F238E27FC236}">
                <a16:creationId xmlns:a16="http://schemas.microsoft.com/office/drawing/2014/main" id="{7572F2C1-6EFB-A57E-E393-A81C4231C5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8163" y="533400"/>
            <a:ext cx="5527675" cy="685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SzPct val="110000"/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>
              <a:spcBef>
                <a:spcPct val="20000"/>
              </a:spcBef>
              <a:buChar char="–"/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 algn="ctr" eaLnBrk="1" latinLnBrk="1" hangingPunct="1">
              <a:spcBef>
                <a:spcPct val="0"/>
              </a:spcBef>
              <a:buSzTx/>
              <a:buFontTx/>
              <a:buNone/>
            </a:pPr>
            <a:r>
              <a:rPr lang="en-US" altLang="ko-KR" sz="3000" b="1">
                <a:solidFill>
                  <a:srgbClr val="0000FF"/>
                </a:solidFill>
                <a:latin typeface="함초롬바탕" pitchFamily="18" charset="-127"/>
                <a:ea typeface="함초롬바탕" pitchFamily="18" charset="-127"/>
              </a:rPr>
              <a:t>2. E-R Diagram Components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C88C56DA-A4DB-3580-A9D0-2FA4C4634A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5600" y="1563688"/>
            <a:ext cx="8458200" cy="4902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10000"/>
              <a:buChar char="•"/>
              <a:defRPr kumimoji="1"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1800">
                <a:solidFill>
                  <a:schemeClr val="tx1"/>
                </a:solidFill>
                <a:latin typeface="Arial" pitchFamily="34" charset="0"/>
                <a:ea typeface="+mj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kumimoji="1" sz="1800">
                <a:solidFill>
                  <a:schemeClr val="tx1"/>
                </a:solidFill>
                <a:latin typeface="Arial" pitchFamily="34" charset="0"/>
                <a:ea typeface="+mj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kumimoji="1" sz="1800">
                <a:solidFill>
                  <a:schemeClr val="tx1"/>
                </a:solidFill>
                <a:latin typeface="Arial" pitchFamily="34" charset="0"/>
                <a:ea typeface="+mj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kumimoji="1" sz="1800">
                <a:solidFill>
                  <a:schemeClr val="tx1"/>
                </a:solidFill>
                <a:latin typeface="Arial" pitchFamily="34" charset="0"/>
                <a:ea typeface="+mj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kumimoji="1" sz="1800">
                <a:solidFill>
                  <a:schemeClr val="tx1"/>
                </a:solidFill>
                <a:latin typeface="Arial" pitchFamily="34" charset="0"/>
                <a:ea typeface="+mj-ea"/>
              </a:defRPr>
            </a:lvl9pPr>
          </a:lstStyle>
          <a:p>
            <a:pPr algn="just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q"/>
              <a:defRPr/>
            </a:pPr>
            <a:r>
              <a:rPr lang="en-US" altLang="ko-KR" sz="2000" b="1" kern="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Relationships and Relationship Types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슬라이드 번호 개체 틀 5">
            <a:extLst>
              <a:ext uri="{FF2B5EF4-FFF2-40B4-BE49-F238E27FC236}">
                <a16:creationId xmlns:a16="http://schemas.microsoft.com/office/drawing/2014/main" id="{5F718DC2-A4AF-F581-E731-CBE9EC9064C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SzPct val="110000"/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>
              <a:spcBef>
                <a:spcPct val="20000"/>
              </a:spcBef>
              <a:buChar char="–"/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fld id="{F38F706B-368D-4700-B710-C224F6EC28DC}" type="slidenum">
              <a:rPr lang="en-US" altLang="ko-KR" sz="1400">
                <a:latin typeface="Arial" panose="020B0604020202020204" pitchFamily="34" charset="0"/>
                <a:ea typeface="돋움" panose="020B0600000101010101" pitchFamily="34" charset="-127"/>
              </a:rPr>
              <a:pPr>
                <a:spcBef>
                  <a:spcPct val="0"/>
                </a:spcBef>
                <a:buSzTx/>
                <a:buFontTx/>
                <a:buNone/>
              </a:pPr>
              <a:t>20</a:t>
            </a:fld>
            <a:endParaRPr lang="en-US" altLang="ko-KR" sz="1400">
              <a:latin typeface="Arial" panose="020B0604020202020204" pitchFamily="34" charset="0"/>
              <a:ea typeface="돋움" panose="020B0600000101010101" pitchFamily="34" charset="-127"/>
            </a:endParaRPr>
          </a:p>
        </p:txBody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FA7962C0-6962-E45C-B87D-89CDA688FA0A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381000" y="1600200"/>
            <a:ext cx="3663950" cy="4724400"/>
          </a:xfrm>
        </p:spPr>
        <p:txBody>
          <a:bodyPr/>
          <a:lstStyle/>
          <a:p>
            <a:pPr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q"/>
            </a:pPr>
            <a:r>
              <a:rPr lang="en-US" altLang="ko-KR" sz="1800" b="1">
                <a:latin typeface="함초롬바탕" pitchFamily="18" charset="-127"/>
                <a:ea typeface="함초롬바탕" pitchFamily="18" charset="-127"/>
              </a:rPr>
              <a:t>Attribute of the relationship</a:t>
            </a:r>
          </a:p>
          <a:p>
            <a:pPr lvl="1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en-US" altLang="ko-KR" b="1">
                <a:latin typeface="함초롬바탕" pitchFamily="18" charset="-127"/>
                <a:ea typeface="함초롬바탕" pitchFamily="18" charset="-127"/>
              </a:rPr>
              <a:t>Relationship types can have attributes that describe the characteristics of the relationship</a:t>
            </a:r>
          </a:p>
          <a:p>
            <a:pPr lvl="1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endParaRPr lang="en-US" altLang="ko-KR" b="1">
              <a:latin typeface="함초롬바탕" pitchFamily="18" charset="-127"/>
              <a:ea typeface="함초롬바탕" pitchFamily="18" charset="-127"/>
            </a:endParaRPr>
          </a:p>
          <a:p>
            <a:pPr lvl="1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en-US" altLang="ko-KR" b="1">
                <a:latin typeface="함초롬바탕" pitchFamily="18" charset="-127"/>
                <a:ea typeface="함초롬바탕" pitchFamily="18" charset="-127"/>
              </a:rPr>
              <a:t>Relationship type does not have a key attribute</a:t>
            </a:r>
          </a:p>
        </p:txBody>
      </p:sp>
      <p:pic>
        <p:nvPicPr>
          <p:cNvPr id="43012" name="Picture 5">
            <a:extLst>
              <a:ext uri="{FF2B5EF4-FFF2-40B4-BE49-F238E27FC236}">
                <a16:creationId xmlns:a16="http://schemas.microsoft.com/office/drawing/2014/main" id="{026D628D-3985-A189-B7BF-72AD3208D940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302125" y="1698625"/>
            <a:ext cx="4497388" cy="3708400"/>
          </a:xfrm>
          <a:noFill/>
          <a:ln w="6350" cap="flat">
            <a:solidFill>
              <a:srgbClr val="3366FF"/>
            </a:solidFill>
            <a:miter lim="800000"/>
            <a:headEnd/>
            <a:tailEnd/>
          </a:ln>
        </p:spPr>
      </p:pic>
      <p:sp>
        <p:nvSpPr>
          <p:cNvPr id="43013" name="Rectangle 2">
            <a:extLst>
              <a:ext uri="{FF2B5EF4-FFF2-40B4-BE49-F238E27FC236}">
                <a16:creationId xmlns:a16="http://schemas.microsoft.com/office/drawing/2014/main" id="{E538037C-DA30-330B-1817-4BE75064C3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8163" y="533400"/>
            <a:ext cx="5527675" cy="685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SzPct val="110000"/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>
              <a:spcBef>
                <a:spcPct val="20000"/>
              </a:spcBef>
              <a:buChar char="–"/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 algn="ctr" eaLnBrk="1" latinLnBrk="1" hangingPunct="1">
              <a:spcBef>
                <a:spcPct val="0"/>
              </a:spcBef>
              <a:buSzTx/>
              <a:buFontTx/>
              <a:buNone/>
            </a:pPr>
            <a:r>
              <a:rPr lang="en-US" altLang="ko-KR" sz="3000" b="1">
                <a:solidFill>
                  <a:srgbClr val="0000FF"/>
                </a:solidFill>
                <a:latin typeface="함초롬바탕" pitchFamily="18" charset="-127"/>
                <a:ea typeface="함초롬바탕" pitchFamily="18" charset="-127"/>
              </a:rPr>
              <a:t>2. E-R Diagram Components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슬라이드 번호 개체 틀 5">
            <a:extLst>
              <a:ext uri="{FF2B5EF4-FFF2-40B4-BE49-F238E27FC236}">
                <a16:creationId xmlns:a16="http://schemas.microsoft.com/office/drawing/2014/main" id="{D35F6C92-6DE0-4FFD-806B-47C9E9B6812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SzPct val="110000"/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>
              <a:spcBef>
                <a:spcPct val="20000"/>
              </a:spcBef>
              <a:buChar char="–"/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fld id="{28D70111-EABF-4F5F-B420-73FF590A492F}" type="slidenum">
              <a:rPr lang="en-US" altLang="ko-KR" sz="1400">
                <a:latin typeface="Arial" panose="020B0604020202020204" pitchFamily="34" charset="0"/>
                <a:ea typeface="돋움" panose="020B0600000101010101" pitchFamily="34" charset="-127"/>
              </a:rPr>
              <a:pPr>
                <a:spcBef>
                  <a:spcPct val="0"/>
                </a:spcBef>
                <a:buSzTx/>
                <a:buFontTx/>
                <a:buNone/>
              </a:pPr>
              <a:t>21</a:t>
            </a:fld>
            <a:endParaRPr lang="en-US" altLang="ko-KR" sz="1400">
              <a:latin typeface="Arial" panose="020B0604020202020204" pitchFamily="34" charset="0"/>
              <a:ea typeface="돋움" panose="020B0600000101010101" pitchFamily="34" charset="-127"/>
            </a:endParaRPr>
          </a:p>
        </p:txBody>
      </p:sp>
      <p:sp>
        <p:nvSpPr>
          <p:cNvPr id="45059" name="Rectangle 3">
            <a:extLst>
              <a:ext uri="{FF2B5EF4-FFF2-40B4-BE49-F238E27FC236}">
                <a16:creationId xmlns:a16="http://schemas.microsoft.com/office/drawing/2014/main" id="{E6A9759D-1676-594E-D214-079DB7FD57E2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381000" y="1600200"/>
            <a:ext cx="8299450" cy="4724400"/>
          </a:xfrm>
        </p:spPr>
        <p:txBody>
          <a:bodyPr/>
          <a:lstStyle/>
          <a:p>
            <a:pPr algn="just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q"/>
            </a:pPr>
            <a:r>
              <a:rPr lang="en-US" altLang="ko-KR" sz="1800" b="1">
                <a:latin typeface="함초롬바탕" pitchFamily="18" charset="-127"/>
                <a:ea typeface="함초롬바탕" pitchFamily="18" charset="-127"/>
              </a:rPr>
              <a:t>Degree</a:t>
            </a:r>
          </a:p>
          <a:p>
            <a:pPr lvl="1" algn="just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en-US" altLang="ko-KR" b="1">
                <a:latin typeface="함초롬바탕" pitchFamily="18" charset="-127"/>
                <a:ea typeface="함초롬바탕" pitchFamily="18" charset="-127"/>
              </a:rPr>
              <a:t>The number of entity types connected in a relationship</a:t>
            </a:r>
          </a:p>
          <a:p>
            <a:pPr lvl="1" algn="just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en-US" altLang="ko-KR" b="1">
                <a:latin typeface="함초롬바탕" pitchFamily="18" charset="-127"/>
                <a:ea typeface="함초롬바탕" pitchFamily="18" charset="-127"/>
              </a:rPr>
              <a:t>The most common relationship in the real world is a binary relationship that connects two entity types.</a:t>
            </a:r>
          </a:p>
          <a:p>
            <a:pPr lvl="1" algn="just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ko-KR" altLang="en-US" sz="1600">
                <a:latin typeface="½Å¸íÁ¶" charset="0"/>
                <a:ea typeface="신명조" charset="-127"/>
              </a:rPr>
              <a:t> </a:t>
            </a:r>
          </a:p>
        </p:txBody>
      </p:sp>
      <p:pic>
        <p:nvPicPr>
          <p:cNvPr id="45060" name="Picture 5">
            <a:extLst>
              <a:ext uri="{FF2B5EF4-FFF2-40B4-BE49-F238E27FC236}">
                <a16:creationId xmlns:a16="http://schemas.microsoft.com/office/drawing/2014/main" id="{8DB042B3-35F6-06BD-EDE2-0A7B82C6FE87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81213" y="3429000"/>
            <a:ext cx="4899025" cy="2809875"/>
          </a:xfrm>
          <a:noFill/>
          <a:ln w="6350" cap="flat">
            <a:solidFill>
              <a:srgbClr val="3366FF"/>
            </a:solidFill>
            <a:miter lim="800000"/>
            <a:headEnd/>
            <a:tailEnd/>
          </a:ln>
        </p:spPr>
      </p:pic>
      <p:sp>
        <p:nvSpPr>
          <p:cNvPr id="45061" name="Rectangle 2">
            <a:extLst>
              <a:ext uri="{FF2B5EF4-FFF2-40B4-BE49-F238E27FC236}">
                <a16:creationId xmlns:a16="http://schemas.microsoft.com/office/drawing/2014/main" id="{95D338CD-10D7-77D3-95A3-E21F81D94A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8163" y="533400"/>
            <a:ext cx="5527675" cy="685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SzPct val="110000"/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>
              <a:spcBef>
                <a:spcPct val="20000"/>
              </a:spcBef>
              <a:buChar char="–"/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 algn="ctr" eaLnBrk="1" latinLnBrk="1" hangingPunct="1">
              <a:spcBef>
                <a:spcPct val="0"/>
              </a:spcBef>
              <a:buSzTx/>
              <a:buFontTx/>
              <a:buNone/>
            </a:pPr>
            <a:r>
              <a:rPr lang="en-US" altLang="ko-KR" sz="3000" b="1">
                <a:solidFill>
                  <a:srgbClr val="0000FF"/>
                </a:solidFill>
                <a:latin typeface="함초롬바탕" pitchFamily="18" charset="-127"/>
                <a:ea typeface="함초롬바탕" pitchFamily="18" charset="-127"/>
              </a:rPr>
              <a:t>2. E-R Diagram Components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슬라이드 번호 개체 틀 5">
            <a:extLst>
              <a:ext uri="{FF2B5EF4-FFF2-40B4-BE49-F238E27FC236}">
                <a16:creationId xmlns:a16="http://schemas.microsoft.com/office/drawing/2014/main" id="{01CF8AE4-6AAC-31A3-D584-37B6CE85C45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SzPct val="110000"/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>
              <a:spcBef>
                <a:spcPct val="20000"/>
              </a:spcBef>
              <a:buChar char="–"/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fld id="{49C9EC9F-0CD7-4A71-8577-37F9E3E38B52}" type="slidenum">
              <a:rPr lang="en-US" altLang="ko-KR" sz="1400">
                <a:latin typeface="Arial" panose="020B0604020202020204" pitchFamily="34" charset="0"/>
                <a:ea typeface="돋움" panose="020B0600000101010101" pitchFamily="34" charset="-127"/>
              </a:rPr>
              <a:pPr>
                <a:spcBef>
                  <a:spcPct val="0"/>
                </a:spcBef>
                <a:buSzTx/>
                <a:buFontTx/>
                <a:buNone/>
              </a:pPr>
              <a:t>22</a:t>
            </a:fld>
            <a:endParaRPr lang="en-US" altLang="ko-KR" sz="1400">
              <a:latin typeface="Arial" panose="020B0604020202020204" pitchFamily="34" charset="0"/>
              <a:ea typeface="돋움" panose="020B0600000101010101" pitchFamily="34" charset="-127"/>
            </a:endParaRPr>
          </a:p>
        </p:txBody>
      </p:sp>
      <p:sp>
        <p:nvSpPr>
          <p:cNvPr id="47107" name="Rectangle 3">
            <a:extLst>
              <a:ext uri="{FF2B5EF4-FFF2-40B4-BE49-F238E27FC236}">
                <a16:creationId xmlns:a16="http://schemas.microsoft.com/office/drawing/2014/main" id="{F2C73824-2C70-B4AE-47E0-D7E8DC522D1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381000" y="1600200"/>
            <a:ext cx="8299450" cy="4724400"/>
          </a:xfrm>
        </p:spPr>
        <p:txBody>
          <a:bodyPr/>
          <a:lstStyle/>
          <a:p>
            <a:pPr algn="just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en-US" altLang="ko-KR" sz="2000" b="1">
                <a:latin typeface="함초롬바탕" pitchFamily="18" charset="-127"/>
                <a:ea typeface="함초롬바탕" pitchFamily="18" charset="-127"/>
              </a:rPr>
              <a:t>Create your own E-R Diagram that contains two entity</a:t>
            </a:r>
            <a:r>
              <a:rPr lang="ko-KR" altLang="en-US" sz="2000" b="1">
                <a:latin typeface="함초롬바탕" pitchFamily="18" charset="-127"/>
                <a:ea typeface="함초롬바탕" pitchFamily="18" charset="-127"/>
              </a:rPr>
              <a:t> </a:t>
            </a:r>
            <a:r>
              <a:rPr lang="en-US" altLang="ko-KR" sz="2000" b="1">
                <a:latin typeface="함초롬바탕" pitchFamily="18" charset="-127"/>
                <a:ea typeface="함초롬바탕" pitchFamily="18" charset="-127"/>
              </a:rPr>
              <a:t>types and connect them with relationship</a:t>
            </a:r>
          </a:p>
          <a:p>
            <a:pPr algn="just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endParaRPr lang="en-US" altLang="ko-KR" sz="2000" b="1">
              <a:latin typeface="함초롬바탕" pitchFamily="18" charset="-127"/>
              <a:ea typeface="함초롬바탕" pitchFamily="18" charset="-127"/>
            </a:endParaRPr>
          </a:p>
          <a:p>
            <a:pPr algn="just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en-US" altLang="ko-KR" sz="2000" b="1">
                <a:latin typeface="함초롬바탕" pitchFamily="18" charset="-127"/>
                <a:ea typeface="함초롬바탕" pitchFamily="18" charset="-127"/>
              </a:rPr>
              <a:t>For your entity</a:t>
            </a:r>
            <a:r>
              <a:rPr lang="ko-KR" altLang="en-US" sz="2000" b="1">
                <a:latin typeface="함초롬바탕" pitchFamily="18" charset="-127"/>
                <a:ea typeface="함초롬바탕" pitchFamily="18" charset="-127"/>
              </a:rPr>
              <a:t> </a:t>
            </a:r>
            <a:r>
              <a:rPr lang="en-US" altLang="ko-KR" sz="2000" b="1">
                <a:latin typeface="함초롬바탕" pitchFamily="18" charset="-127"/>
                <a:ea typeface="함초롬바탕" pitchFamily="18" charset="-127"/>
              </a:rPr>
              <a:t>types, include the following attributes:</a:t>
            </a:r>
          </a:p>
          <a:p>
            <a:pPr lvl="1" algn="just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en-US" altLang="ko-KR" sz="1600" b="1">
                <a:latin typeface="함초롬바탕" pitchFamily="18" charset="-127"/>
                <a:ea typeface="함초롬바탕" pitchFamily="18" charset="-127"/>
              </a:rPr>
              <a:t>Primary key attribute</a:t>
            </a:r>
          </a:p>
          <a:p>
            <a:pPr lvl="1" algn="just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en-US" altLang="ko-KR" sz="1600" b="1">
                <a:latin typeface="함초롬바탕" pitchFamily="18" charset="-127"/>
                <a:ea typeface="함초롬바탕" pitchFamily="18" charset="-127"/>
              </a:rPr>
              <a:t>Simple attribute </a:t>
            </a:r>
          </a:p>
          <a:p>
            <a:pPr lvl="1" algn="just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en-US" altLang="ko-KR" sz="1600" b="1">
                <a:latin typeface="함초롬바탕" pitchFamily="18" charset="-127"/>
                <a:ea typeface="함초롬바탕" pitchFamily="18" charset="-127"/>
              </a:rPr>
              <a:t>Composite attribute</a:t>
            </a:r>
          </a:p>
          <a:p>
            <a:pPr lvl="1" algn="just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en-US" altLang="ko-KR" sz="1600" b="1">
                <a:latin typeface="함초롬바탕" pitchFamily="18" charset="-127"/>
                <a:ea typeface="함초롬바탕" pitchFamily="18" charset="-127"/>
              </a:rPr>
              <a:t>Multi-valued attribute</a:t>
            </a:r>
          </a:p>
          <a:p>
            <a:pPr lvl="1" algn="just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en-US" altLang="ko-KR" sz="1600" b="1">
                <a:latin typeface="함초롬바탕" pitchFamily="18" charset="-127"/>
                <a:ea typeface="함초롬바탕" pitchFamily="18" charset="-127"/>
              </a:rPr>
              <a:t>Derived attribute</a:t>
            </a:r>
          </a:p>
          <a:p>
            <a:pPr lvl="1" algn="just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en-US" altLang="ko-KR" sz="1600" b="1">
                <a:latin typeface="함초롬바탕" pitchFamily="18" charset="-127"/>
                <a:ea typeface="함초롬바탕" pitchFamily="18" charset="-127"/>
              </a:rPr>
              <a:t>Relationship attribute</a:t>
            </a:r>
          </a:p>
        </p:txBody>
      </p:sp>
      <p:sp>
        <p:nvSpPr>
          <p:cNvPr id="47108" name="Rectangle 2">
            <a:extLst>
              <a:ext uri="{FF2B5EF4-FFF2-40B4-BE49-F238E27FC236}">
                <a16:creationId xmlns:a16="http://schemas.microsoft.com/office/drawing/2014/main" id="{8B8E2791-3BD9-89D7-1F5A-C1B25B5A8C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8163" y="533400"/>
            <a:ext cx="5527675" cy="685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SzPct val="110000"/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>
              <a:spcBef>
                <a:spcPct val="20000"/>
              </a:spcBef>
              <a:buChar char="–"/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 algn="ctr" eaLnBrk="1" latinLnBrk="1" hangingPunct="1">
              <a:spcBef>
                <a:spcPct val="0"/>
              </a:spcBef>
              <a:buSzTx/>
              <a:buFontTx/>
              <a:buNone/>
            </a:pPr>
            <a:r>
              <a:rPr lang="en-US" altLang="ko-KR" sz="3000" b="1">
                <a:solidFill>
                  <a:srgbClr val="0000FF"/>
                </a:solidFill>
                <a:latin typeface="함초롬바탕" pitchFamily="18" charset="-127"/>
                <a:ea typeface="함초롬바탕" pitchFamily="18" charset="-127"/>
              </a:rPr>
              <a:t>Quiz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3">
            <a:extLst>
              <a:ext uri="{FF2B5EF4-FFF2-40B4-BE49-F238E27FC236}">
                <a16:creationId xmlns:a16="http://schemas.microsoft.com/office/drawing/2014/main" id="{E3AD0057-A212-99AC-8EB3-D0E3E5F9AC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5600" y="1563688"/>
            <a:ext cx="8458200" cy="4902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10000"/>
              <a:buChar char="•"/>
              <a:defRPr kumimoji="1"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1800">
                <a:solidFill>
                  <a:schemeClr val="tx1"/>
                </a:solidFill>
                <a:latin typeface="Arial" pitchFamily="34" charset="0"/>
                <a:ea typeface="+mj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kumimoji="1" sz="1800">
                <a:solidFill>
                  <a:schemeClr val="tx1"/>
                </a:solidFill>
                <a:latin typeface="Arial" pitchFamily="34" charset="0"/>
                <a:ea typeface="+mj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kumimoji="1" sz="1800">
                <a:solidFill>
                  <a:schemeClr val="tx1"/>
                </a:solidFill>
                <a:latin typeface="Arial" pitchFamily="34" charset="0"/>
                <a:ea typeface="+mj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kumimoji="1" sz="1800">
                <a:solidFill>
                  <a:schemeClr val="tx1"/>
                </a:solidFill>
                <a:latin typeface="Arial" pitchFamily="34" charset="0"/>
                <a:ea typeface="+mj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kumimoji="1" sz="1800">
                <a:solidFill>
                  <a:schemeClr val="tx1"/>
                </a:solidFill>
                <a:latin typeface="Arial" pitchFamily="34" charset="0"/>
                <a:ea typeface="+mj-ea"/>
              </a:defRPr>
            </a:lvl9pPr>
          </a:lstStyle>
          <a:p>
            <a:pPr algn="just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q"/>
              <a:defRPr/>
            </a:pPr>
            <a:r>
              <a:rPr lang="en-US" altLang="ko-KR" sz="2000" b="1" kern="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Examples</a:t>
            </a:r>
          </a:p>
          <a:p>
            <a:pPr lvl="1" algn="just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q"/>
              <a:defRPr/>
            </a:pPr>
            <a:endParaRPr lang="en-US" altLang="ko-KR" sz="1600" b="1" kern="0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lvl="1" algn="just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q"/>
              <a:defRPr/>
            </a:pPr>
            <a:endParaRPr lang="en-US" altLang="ko-KR" sz="1600" b="1" kern="0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lvl="1" algn="just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q"/>
              <a:defRPr/>
            </a:pPr>
            <a:endParaRPr lang="en-US" altLang="ko-KR" sz="1600" b="1" kern="0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lvl="1" algn="just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q"/>
              <a:defRPr/>
            </a:pPr>
            <a:endParaRPr lang="en-US" altLang="ko-KR" sz="1600" b="1" kern="0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lvl="1" algn="just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q"/>
              <a:defRPr/>
            </a:pPr>
            <a:endParaRPr lang="en-US" altLang="ko-KR" sz="1600" b="1" kern="0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lvl="1" algn="just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q"/>
              <a:defRPr/>
            </a:pPr>
            <a:endParaRPr lang="en-US" altLang="ko-KR" sz="1600" b="1" kern="0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lvl="1" algn="just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q"/>
              <a:defRPr/>
            </a:pPr>
            <a:endParaRPr lang="en-US" altLang="ko-KR" sz="1600" b="1" kern="0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lvl="1" algn="just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q"/>
              <a:defRPr/>
            </a:pPr>
            <a:r>
              <a:rPr lang="en-US" altLang="ko-KR" sz="1600" b="1" kern="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Primary Key -&gt; CORRECT</a:t>
            </a:r>
          </a:p>
          <a:p>
            <a:pPr lvl="1" algn="just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q"/>
              <a:defRPr/>
            </a:pPr>
            <a:r>
              <a:rPr lang="en-US" altLang="ko-KR" sz="1600" b="1" kern="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Composite Attribute -&gt; CORRECT</a:t>
            </a:r>
          </a:p>
          <a:p>
            <a:pPr lvl="1" algn="just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q"/>
              <a:defRPr/>
            </a:pPr>
            <a:r>
              <a:rPr lang="en-US" altLang="ko-KR" sz="1600" b="1" kern="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Multi-valued Attribute -&gt; CORRECT</a:t>
            </a:r>
          </a:p>
          <a:p>
            <a:pPr lvl="1" algn="just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q"/>
              <a:defRPr/>
            </a:pPr>
            <a:r>
              <a:rPr lang="en-US" altLang="ko-KR" sz="1600" b="1" kern="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Derived Attributes -&gt; CORRECT</a:t>
            </a:r>
          </a:p>
          <a:p>
            <a:pPr lvl="1" algn="just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q"/>
              <a:defRPr/>
            </a:pPr>
            <a:r>
              <a:rPr lang="en-US" altLang="ko-KR" sz="1600" b="1" kern="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Naming -&gt; CORRECT, but incorrect GRAMMAR</a:t>
            </a:r>
          </a:p>
          <a:p>
            <a:pPr lvl="1" algn="just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q"/>
              <a:defRPr/>
            </a:pPr>
            <a:endParaRPr lang="en-US" altLang="ko-KR" sz="1600" b="1" kern="0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  <p:sp>
        <p:nvSpPr>
          <p:cNvPr id="49155" name="슬라이드 번호 개체 틀 5">
            <a:extLst>
              <a:ext uri="{FF2B5EF4-FFF2-40B4-BE49-F238E27FC236}">
                <a16:creationId xmlns:a16="http://schemas.microsoft.com/office/drawing/2014/main" id="{86210066-9DD7-190E-947E-484121D0636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SzPct val="110000"/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>
              <a:spcBef>
                <a:spcPct val="20000"/>
              </a:spcBef>
              <a:buChar char="–"/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fld id="{66E02E09-40A5-40BE-B6E8-F18B4FACB00B}" type="slidenum">
              <a:rPr lang="en-US" altLang="ko-KR" sz="1400">
                <a:latin typeface="Arial" panose="020B0604020202020204" pitchFamily="34" charset="0"/>
                <a:ea typeface="돋움" panose="020B0600000101010101" pitchFamily="34" charset="-127"/>
              </a:rPr>
              <a:pPr>
                <a:spcBef>
                  <a:spcPct val="0"/>
                </a:spcBef>
                <a:buSzTx/>
                <a:buFontTx/>
                <a:buNone/>
              </a:pPr>
              <a:t>23</a:t>
            </a:fld>
            <a:endParaRPr lang="en-US" altLang="ko-KR" sz="1400">
              <a:latin typeface="Arial" panose="020B0604020202020204" pitchFamily="34" charset="0"/>
              <a:ea typeface="돋움" panose="020B0600000101010101" pitchFamily="34" charset="-127"/>
            </a:endParaRPr>
          </a:p>
        </p:txBody>
      </p:sp>
      <p:sp>
        <p:nvSpPr>
          <p:cNvPr id="49156" name="Rectangle 2">
            <a:extLst>
              <a:ext uri="{FF2B5EF4-FFF2-40B4-BE49-F238E27FC236}">
                <a16:creationId xmlns:a16="http://schemas.microsoft.com/office/drawing/2014/main" id="{AAADE71D-87A5-01F5-7DEE-3A8F7BDC48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8163" y="533400"/>
            <a:ext cx="5527675" cy="685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SzPct val="110000"/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>
              <a:spcBef>
                <a:spcPct val="20000"/>
              </a:spcBef>
              <a:buChar char="–"/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 algn="ctr" eaLnBrk="1" latinLnBrk="1" hangingPunct="1">
              <a:spcBef>
                <a:spcPct val="0"/>
              </a:spcBef>
              <a:buSzTx/>
              <a:buFontTx/>
              <a:buNone/>
            </a:pPr>
            <a:r>
              <a:rPr lang="en-US" altLang="ko-KR" sz="3000" b="1">
                <a:solidFill>
                  <a:srgbClr val="0000FF"/>
                </a:solidFill>
                <a:latin typeface="함초롬바탕" pitchFamily="18" charset="-127"/>
                <a:ea typeface="함초롬바탕" pitchFamily="18" charset="-127"/>
              </a:rPr>
              <a:t>2. E-R Diagram Components</a:t>
            </a:r>
          </a:p>
        </p:txBody>
      </p:sp>
      <p:pic>
        <p:nvPicPr>
          <p:cNvPr id="49157" name="그림 3">
            <a:extLst>
              <a:ext uri="{FF2B5EF4-FFF2-40B4-BE49-F238E27FC236}">
                <a16:creationId xmlns:a16="http://schemas.microsoft.com/office/drawing/2014/main" id="{EF94675F-4BA4-702C-EB96-B5EDB868D8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4825" y="2009775"/>
            <a:ext cx="5619750" cy="2360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3">
            <a:extLst>
              <a:ext uri="{FF2B5EF4-FFF2-40B4-BE49-F238E27FC236}">
                <a16:creationId xmlns:a16="http://schemas.microsoft.com/office/drawing/2014/main" id="{D9DBECBE-F888-C533-4364-42514E64EF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5600" y="1563688"/>
            <a:ext cx="8458200" cy="4902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10000"/>
              <a:buChar char="•"/>
              <a:defRPr kumimoji="1"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1800">
                <a:solidFill>
                  <a:schemeClr val="tx1"/>
                </a:solidFill>
                <a:latin typeface="Arial" pitchFamily="34" charset="0"/>
                <a:ea typeface="+mj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kumimoji="1" sz="1800">
                <a:solidFill>
                  <a:schemeClr val="tx1"/>
                </a:solidFill>
                <a:latin typeface="Arial" pitchFamily="34" charset="0"/>
                <a:ea typeface="+mj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kumimoji="1" sz="1800">
                <a:solidFill>
                  <a:schemeClr val="tx1"/>
                </a:solidFill>
                <a:latin typeface="Arial" pitchFamily="34" charset="0"/>
                <a:ea typeface="+mj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kumimoji="1" sz="1800">
                <a:solidFill>
                  <a:schemeClr val="tx1"/>
                </a:solidFill>
                <a:latin typeface="Arial" pitchFamily="34" charset="0"/>
                <a:ea typeface="+mj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kumimoji="1" sz="1800">
                <a:solidFill>
                  <a:schemeClr val="tx1"/>
                </a:solidFill>
                <a:latin typeface="Arial" pitchFamily="34" charset="0"/>
                <a:ea typeface="+mj-ea"/>
              </a:defRPr>
            </a:lvl9pPr>
          </a:lstStyle>
          <a:p>
            <a:pPr algn="just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q"/>
              <a:defRPr/>
            </a:pPr>
            <a:r>
              <a:rPr lang="en-US" altLang="ko-KR" sz="1800" b="1" kern="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Examples</a:t>
            </a:r>
          </a:p>
          <a:p>
            <a:pPr lvl="1" algn="just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q"/>
              <a:defRPr/>
            </a:pPr>
            <a:endParaRPr lang="en-US" altLang="ko-KR" sz="1400" b="1" kern="0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lvl="1" algn="just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q"/>
              <a:defRPr/>
            </a:pPr>
            <a:endParaRPr lang="en-US" altLang="ko-KR" sz="1400" b="1" kern="0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lvl="1" algn="just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q"/>
              <a:defRPr/>
            </a:pPr>
            <a:endParaRPr lang="en-US" altLang="ko-KR" sz="1400" b="1" kern="0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lvl="1" algn="just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q"/>
              <a:defRPr/>
            </a:pPr>
            <a:endParaRPr lang="en-US" altLang="ko-KR" sz="1400" b="1" kern="0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lvl="1" algn="just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q"/>
              <a:defRPr/>
            </a:pPr>
            <a:endParaRPr lang="en-US" altLang="ko-KR" sz="1400" b="1" kern="0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lvl="1" algn="just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q"/>
              <a:defRPr/>
            </a:pPr>
            <a:endParaRPr lang="en-US" altLang="ko-KR" sz="1400" b="1" kern="0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lvl="1" algn="just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q"/>
              <a:defRPr/>
            </a:pPr>
            <a:endParaRPr lang="en-US" altLang="ko-KR" sz="1400" b="1" kern="0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lvl="1" algn="just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q"/>
              <a:defRPr/>
            </a:pPr>
            <a:endParaRPr lang="en-US" altLang="ko-KR" sz="1400" b="1" kern="0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lvl="1" algn="just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q"/>
              <a:defRPr/>
            </a:pPr>
            <a:endParaRPr lang="en-US" altLang="ko-KR" sz="1400" b="1" kern="0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lvl="1" algn="just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q"/>
              <a:defRPr/>
            </a:pPr>
            <a:r>
              <a:rPr lang="en-US" altLang="ko-KR" sz="1400" b="1" kern="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Primary Key -&gt; CORRECT</a:t>
            </a:r>
          </a:p>
          <a:p>
            <a:pPr lvl="1" algn="just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q"/>
              <a:defRPr/>
            </a:pPr>
            <a:r>
              <a:rPr lang="en-US" altLang="ko-KR" sz="1400" b="1" kern="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Composite Attribute -&gt; CORRECT, but do not use nested composite attributes</a:t>
            </a:r>
          </a:p>
          <a:p>
            <a:pPr lvl="1" algn="just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q"/>
              <a:defRPr/>
            </a:pPr>
            <a:r>
              <a:rPr lang="en-US" altLang="ko-KR" sz="1400" b="1" kern="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Multi-valued Attribute -&gt; CORRECT</a:t>
            </a:r>
          </a:p>
          <a:p>
            <a:pPr lvl="1" algn="just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q"/>
              <a:defRPr/>
            </a:pPr>
            <a:r>
              <a:rPr lang="en-US" altLang="ko-KR" sz="1400" b="1" kern="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Derived Attributes -&gt; CORRECT, but connect them to entity</a:t>
            </a:r>
            <a:r>
              <a:rPr lang="ko-KR" altLang="en-US" sz="1400" b="1" kern="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en-US" altLang="ko-KR" sz="1400" b="1" kern="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type</a:t>
            </a:r>
            <a:r>
              <a:rPr lang="ko-KR" altLang="en-US" sz="1400" b="1" kern="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endParaRPr lang="en-US" altLang="ko-KR" sz="1400" b="1" kern="0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lvl="1" algn="just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q"/>
              <a:defRPr/>
            </a:pPr>
            <a:r>
              <a:rPr lang="en-US" altLang="ko-KR" sz="1400" b="1" kern="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Naming -&gt; CORRECT, but incorrect GRAMMAR</a:t>
            </a:r>
          </a:p>
        </p:txBody>
      </p:sp>
      <p:sp>
        <p:nvSpPr>
          <p:cNvPr id="51203" name="슬라이드 번호 개체 틀 5">
            <a:extLst>
              <a:ext uri="{FF2B5EF4-FFF2-40B4-BE49-F238E27FC236}">
                <a16:creationId xmlns:a16="http://schemas.microsoft.com/office/drawing/2014/main" id="{27D0B864-561B-294A-2AD9-FEB3A3E29A9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SzPct val="110000"/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>
              <a:spcBef>
                <a:spcPct val="20000"/>
              </a:spcBef>
              <a:buChar char="–"/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fld id="{D7467D7E-EC88-4477-ABBF-CBDC04906B66}" type="slidenum">
              <a:rPr lang="en-US" altLang="ko-KR" sz="1400">
                <a:latin typeface="Arial" panose="020B0604020202020204" pitchFamily="34" charset="0"/>
                <a:ea typeface="돋움" panose="020B0600000101010101" pitchFamily="34" charset="-127"/>
              </a:rPr>
              <a:pPr>
                <a:spcBef>
                  <a:spcPct val="0"/>
                </a:spcBef>
                <a:buSzTx/>
                <a:buFontTx/>
                <a:buNone/>
              </a:pPr>
              <a:t>24</a:t>
            </a:fld>
            <a:endParaRPr lang="en-US" altLang="ko-KR" sz="1400">
              <a:latin typeface="Arial" panose="020B0604020202020204" pitchFamily="34" charset="0"/>
              <a:ea typeface="돋움" panose="020B0600000101010101" pitchFamily="34" charset="-127"/>
            </a:endParaRPr>
          </a:p>
        </p:txBody>
      </p:sp>
      <p:sp>
        <p:nvSpPr>
          <p:cNvPr id="51204" name="Rectangle 2">
            <a:extLst>
              <a:ext uri="{FF2B5EF4-FFF2-40B4-BE49-F238E27FC236}">
                <a16:creationId xmlns:a16="http://schemas.microsoft.com/office/drawing/2014/main" id="{B56655D9-63D6-80B2-9CDC-2677469510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8163" y="533400"/>
            <a:ext cx="5527675" cy="685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SzPct val="110000"/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>
              <a:spcBef>
                <a:spcPct val="20000"/>
              </a:spcBef>
              <a:buChar char="–"/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 algn="ctr" eaLnBrk="1" latinLnBrk="1" hangingPunct="1">
              <a:spcBef>
                <a:spcPct val="0"/>
              </a:spcBef>
              <a:buSzTx/>
              <a:buFontTx/>
              <a:buNone/>
            </a:pPr>
            <a:r>
              <a:rPr lang="en-US" altLang="ko-KR" sz="3000" b="1">
                <a:solidFill>
                  <a:srgbClr val="0000FF"/>
                </a:solidFill>
                <a:latin typeface="함초롬바탕" pitchFamily="18" charset="-127"/>
                <a:ea typeface="함초롬바탕" pitchFamily="18" charset="-127"/>
              </a:rPr>
              <a:t>2. E-R Diagram Components</a:t>
            </a:r>
          </a:p>
        </p:txBody>
      </p:sp>
      <p:sp>
        <p:nvSpPr>
          <p:cNvPr id="51205" name="Rectangle 2">
            <a:extLst>
              <a:ext uri="{FF2B5EF4-FFF2-40B4-BE49-F238E27FC236}">
                <a16:creationId xmlns:a16="http://schemas.microsoft.com/office/drawing/2014/main" id="{D1BBE4F5-C95A-CE4B-309B-D07E605FF2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1838" y="2947988"/>
            <a:ext cx="7329487" cy="339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SzPct val="110000"/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>
              <a:spcBef>
                <a:spcPct val="20000"/>
              </a:spcBef>
              <a:buChar char="–"/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n-US" altLang="en-US" sz="1800">
              <a:latin typeface="신명조" charset="-127"/>
              <a:ea typeface="신명조" charset="-127"/>
            </a:endParaRPr>
          </a:p>
        </p:txBody>
      </p:sp>
      <p:pic>
        <p:nvPicPr>
          <p:cNvPr id="51206" name="그림 4">
            <a:extLst>
              <a:ext uri="{FF2B5EF4-FFF2-40B4-BE49-F238E27FC236}">
                <a16:creationId xmlns:a16="http://schemas.microsoft.com/office/drawing/2014/main" id="{455AA175-1B43-8176-6C83-0D43773964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3238" y="2109788"/>
            <a:ext cx="5622925" cy="2508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250" name="그림 2">
            <a:extLst>
              <a:ext uri="{FF2B5EF4-FFF2-40B4-BE49-F238E27FC236}">
                <a16:creationId xmlns:a16="http://schemas.microsoft.com/office/drawing/2014/main" id="{1117A0AF-8340-04FD-C23F-D906F2F309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71" t="3609" r="1740" b="1730"/>
          <a:stretch>
            <a:fillRect/>
          </a:stretch>
        </p:blipFill>
        <p:spPr bwMode="auto">
          <a:xfrm>
            <a:off x="3657600" y="2063750"/>
            <a:ext cx="5057775" cy="4157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3">
            <a:extLst>
              <a:ext uri="{FF2B5EF4-FFF2-40B4-BE49-F238E27FC236}">
                <a16:creationId xmlns:a16="http://schemas.microsoft.com/office/drawing/2014/main" id="{86A8B0C9-DC86-1F25-81F8-F02BD02DBB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5600" y="1563688"/>
            <a:ext cx="8458200" cy="4902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10000"/>
              <a:buChar char="•"/>
              <a:defRPr kumimoji="1"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1800">
                <a:solidFill>
                  <a:schemeClr val="tx1"/>
                </a:solidFill>
                <a:latin typeface="Arial" pitchFamily="34" charset="0"/>
                <a:ea typeface="+mj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kumimoji="1" sz="1800">
                <a:solidFill>
                  <a:schemeClr val="tx1"/>
                </a:solidFill>
                <a:latin typeface="Arial" pitchFamily="34" charset="0"/>
                <a:ea typeface="+mj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kumimoji="1" sz="1800">
                <a:solidFill>
                  <a:schemeClr val="tx1"/>
                </a:solidFill>
                <a:latin typeface="Arial" pitchFamily="34" charset="0"/>
                <a:ea typeface="+mj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kumimoji="1" sz="1800">
                <a:solidFill>
                  <a:schemeClr val="tx1"/>
                </a:solidFill>
                <a:latin typeface="Arial" pitchFamily="34" charset="0"/>
                <a:ea typeface="+mj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kumimoji="1" sz="1800">
                <a:solidFill>
                  <a:schemeClr val="tx1"/>
                </a:solidFill>
                <a:latin typeface="Arial" pitchFamily="34" charset="0"/>
                <a:ea typeface="+mj-ea"/>
              </a:defRPr>
            </a:lvl9pPr>
          </a:lstStyle>
          <a:p>
            <a:pPr algn="just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q"/>
              <a:defRPr/>
            </a:pPr>
            <a:r>
              <a:rPr lang="en-US" altLang="ko-KR" sz="2000" b="1" kern="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Examples</a:t>
            </a:r>
          </a:p>
          <a:p>
            <a:pPr lvl="1" algn="just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q"/>
              <a:defRPr/>
            </a:pPr>
            <a:endParaRPr lang="en-US" altLang="ko-KR" sz="1600" b="1" kern="0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lvl="1" algn="just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q"/>
              <a:defRPr/>
            </a:pPr>
            <a:endParaRPr lang="en-US" altLang="ko-KR" sz="1600" b="1" kern="0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lvl="1" algn="just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q"/>
              <a:defRPr/>
            </a:pPr>
            <a:endParaRPr lang="en-US" altLang="ko-KR" sz="1600" b="1" kern="0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lvl="1" algn="just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q"/>
              <a:defRPr/>
            </a:pPr>
            <a:endParaRPr lang="en-US" altLang="ko-KR" sz="1600" b="1" kern="0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lvl="1" algn="just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q"/>
              <a:defRPr/>
            </a:pPr>
            <a:endParaRPr lang="en-US" altLang="ko-KR" sz="1600" b="1" kern="0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lvl="1" algn="just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q"/>
              <a:defRPr/>
            </a:pPr>
            <a:endParaRPr lang="en-US" altLang="ko-KR" sz="1600" b="1" kern="0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lvl="1" algn="just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q"/>
              <a:defRPr/>
            </a:pPr>
            <a:endParaRPr lang="en-US" altLang="ko-KR" sz="1600" b="1" kern="0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lvl="1" algn="just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q"/>
              <a:defRPr/>
            </a:pPr>
            <a:r>
              <a:rPr lang="en-US" altLang="ko-KR" sz="1600" b="1" kern="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Primary Key -&gt; CORRECT, but one is missing</a:t>
            </a:r>
          </a:p>
          <a:p>
            <a:pPr lvl="1" algn="just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q"/>
              <a:defRPr/>
            </a:pPr>
            <a:r>
              <a:rPr lang="en-US" altLang="ko-KR" sz="1600" b="1" kern="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Composite Attribute -&gt; CORRECT</a:t>
            </a:r>
          </a:p>
          <a:p>
            <a:pPr lvl="1" algn="just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q"/>
              <a:defRPr/>
            </a:pPr>
            <a:r>
              <a:rPr lang="en-US" altLang="ko-KR" sz="1600" b="1" kern="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Multi-valued Attribute -&gt; CORRECT</a:t>
            </a:r>
          </a:p>
          <a:p>
            <a:pPr lvl="1" algn="just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q"/>
              <a:defRPr/>
            </a:pPr>
            <a:r>
              <a:rPr lang="en-US" altLang="ko-KR" sz="1600" b="1" kern="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Derived Attributes -&gt; INCORRECT</a:t>
            </a:r>
          </a:p>
          <a:p>
            <a:pPr lvl="1" algn="just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q"/>
              <a:defRPr/>
            </a:pPr>
            <a:r>
              <a:rPr lang="en-US" altLang="ko-KR" sz="1600" b="1" kern="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Naming -&gt; INCORRECT</a:t>
            </a:r>
          </a:p>
        </p:txBody>
      </p:sp>
      <p:sp>
        <p:nvSpPr>
          <p:cNvPr id="53252" name="슬라이드 번호 개체 틀 5">
            <a:extLst>
              <a:ext uri="{FF2B5EF4-FFF2-40B4-BE49-F238E27FC236}">
                <a16:creationId xmlns:a16="http://schemas.microsoft.com/office/drawing/2014/main" id="{39AB568C-93E4-A701-5AA7-DACFE2F64ED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SzPct val="110000"/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>
              <a:spcBef>
                <a:spcPct val="20000"/>
              </a:spcBef>
              <a:buChar char="–"/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fld id="{9763C4E4-CF24-412E-98B1-F1813AE82C87}" type="slidenum">
              <a:rPr lang="en-US" altLang="ko-KR" sz="1400">
                <a:latin typeface="Arial" panose="020B0604020202020204" pitchFamily="34" charset="0"/>
                <a:ea typeface="돋움" panose="020B0600000101010101" pitchFamily="34" charset="-127"/>
              </a:rPr>
              <a:pPr>
                <a:spcBef>
                  <a:spcPct val="0"/>
                </a:spcBef>
                <a:buSzTx/>
                <a:buFontTx/>
                <a:buNone/>
              </a:pPr>
              <a:t>25</a:t>
            </a:fld>
            <a:endParaRPr lang="en-US" altLang="ko-KR" sz="1400">
              <a:latin typeface="Arial" panose="020B0604020202020204" pitchFamily="34" charset="0"/>
              <a:ea typeface="돋움" panose="020B0600000101010101" pitchFamily="34" charset="-127"/>
            </a:endParaRPr>
          </a:p>
        </p:txBody>
      </p:sp>
      <p:sp>
        <p:nvSpPr>
          <p:cNvPr id="53253" name="Rectangle 2">
            <a:extLst>
              <a:ext uri="{FF2B5EF4-FFF2-40B4-BE49-F238E27FC236}">
                <a16:creationId xmlns:a16="http://schemas.microsoft.com/office/drawing/2014/main" id="{25A2EBAB-990D-05B3-F03D-93D6D9A5C3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8163" y="533400"/>
            <a:ext cx="5527675" cy="685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SzPct val="110000"/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>
              <a:spcBef>
                <a:spcPct val="20000"/>
              </a:spcBef>
              <a:buChar char="–"/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 algn="ctr" eaLnBrk="1" latinLnBrk="1" hangingPunct="1">
              <a:spcBef>
                <a:spcPct val="0"/>
              </a:spcBef>
              <a:buSzTx/>
              <a:buFontTx/>
              <a:buNone/>
            </a:pPr>
            <a:r>
              <a:rPr lang="en-US" altLang="ko-KR" sz="3000" b="1">
                <a:solidFill>
                  <a:srgbClr val="0000FF"/>
                </a:solidFill>
                <a:latin typeface="함초롬바탕" pitchFamily="18" charset="-127"/>
                <a:ea typeface="함초롬바탕" pitchFamily="18" charset="-127"/>
              </a:rPr>
              <a:t>2. E-R Diagram Components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3">
            <a:extLst>
              <a:ext uri="{FF2B5EF4-FFF2-40B4-BE49-F238E27FC236}">
                <a16:creationId xmlns:a16="http://schemas.microsoft.com/office/drawing/2014/main" id="{2F0D19D7-9064-283F-4363-5537042734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5600" y="1563688"/>
            <a:ext cx="8458200" cy="4902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10000"/>
              <a:buChar char="•"/>
              <a:defRPr kumimoji="1"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1800">
                <a:solidFill>
                  <a:schemeClr val="tx1"/>
                </a:solidFill>
                <a:latin typeface="Arial" pitchFamily="34" charset="0"/>
                <a:ea typeface="+mj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kumimoji="1" sz="1800">
                <a:solidFill>
                  <a:schemeClr val="tx1"/>
                </a:solidFill>
                <a:latin typeface="Arial" pitchFamily="34" charset="0"/>
                <a:ea typeface="+mj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kumimoji="1" sz="1800">
                <a:solidFill>
                  <a:schemeClr val="tx1"/>
                </a:solidFill>
                <a:latin typeface="Arial" pitchFamily="34" charset="0"/>
                <a:ea typeface="+mj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kumimoji="1" sz="1800">
                <a:solidFill>
                  <a:schemeClr val="tx1"/>
                </a:solidFill>
                <a:latin typeface="Arial" pitchFamily="34" charset="0"/>
                <a:ea typeface="+mj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kumimoji="1" sz="1800">
                <a:solidFill>
                  <a:schemeClr val="tx1"/>
                </a:solidFill>
                <a:latin typeface="Arial" pitchFamily="34" charset="0"/>
                <a:ea typeface="+mj-ea"/>
              </a:defRPr>
            </a:lvl9pPr>
          </a:lstStyle>
          <a:p>
            <a:pPr algn="just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q"/>
              <a:defRPr/>
            </a:pPr>
            <a:r>
              <a:rPr lang="en-US" altLang="ko-KR" sz="2000" b="1" kern="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Examples</a:t>
            </a:r>
          </a:p>
          <a:p>
            <a:pPr lvl="1" algn="just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q"/>
              <a:defRPr/>
            </a:pPr>
            <a:endParaRPr lang="en-US" altLang="ko-KR" sz="1600" b="1" kern="0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lvl="1" algn="just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q"/>
              <a:defRPr/>
            </a:pPr>
            <a:endParaRPr lang="en-US" altLang="ko-KR" sz="1600" b="1" kern="0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lvl="1" algn="just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q"/>
              <a:defRPr/>
            </a:pPr>
            <a:endParaRPr lang="en-US" altLang="ko-KR" sz="1600" b="1" kern="0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lvl="1" algn="just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q"/>
              <a:defRPr/>
            </a:pPr>
            <a:endParaRPr lang="en-US" altLang="ko-KR" sz="1600" b="1" kern="0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lvl="1" algn="just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q"/>
              <a:defRPr/>
            </a:pPr>
            <a:endParaRPr lang="en-US" altLang="ko-KR" sz="1600" b="1" kern="0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lvl="1" algn="just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q"/>
              <a:defRPr/>
            </a:pPr>
            <a:endParaRPr lang="en-US" altLang="ko-KR" sz="1600" b="1" kern="0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lvl="1" algn="just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q"/>
              <a:defRPr/>
            </a:pPr>
            <a:endParaRPr lang="en-US" altLang="ko-KR" sz="1600" b="1" kern="0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lvl="1" algn="just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q"/>
              <a:defRPr/>
            </a:pPr>
            <a:r>
              <a:rPr lang="en-US" altLang="ko-KR" sz="1600" b="1" kern="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Primary Key -&gt; CORRECT</a:t>
            </a:r>
          </a:p>
          <a:p>
            <a:pPr lvl="1" algn="just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q"/>
              <a:defRPr/>
            </a:pPr>
            <a:r>
              <a:rPr lang="en-US" altLang="ko-KR" sz="1600" b="1" kern="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Composite Attribute -&gt; INCORRECT</a:t>
            </a:r>
          </a:p>
          <a:p>
            <a:pPr lvl="1" algn="just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q"/>
              <a:defRPr/>
            </a:pPr>
            <a:r>
              <a:rPr lang="en-US" altLang="ko-KR" sz="1600" b="1" kern="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Multi-valued Attribute -&gt; STRANGE</a:t>
            </a:r>
          </a:p>
          <a:p>
            <a:pPr lvl="1" algn="just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q"/>
              <a:defRPr/>
            </a:pPr>
            <a:r>
              <a:rPr lang="en-US" altLang="ko-KR" sz="1600" b="1" kern="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Derived Attributes -&gt; STRANGE</a:t>
            </a:r>
          </a:p>
          <a:p>
            <a:pPr lvl="1" algn="just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q"/>
              <a:defRPr/>
            </a:pPr>
            <a:r>
              <a:rPr lang="en-US" altLang="ko-KR" sz="1600" b="1" kern="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Naming -&gt; INCORRECT</a:t>
            </a:r>
          </a:p>
        </p:txBody>
      </p:sp>
      <p:sp>
        <p:nvSpPr>
          <p:cNvPr id="55299" name="슬라이드 번호 개체 틀 5">
            <a:extLst>
              <a:ext uri="{FF2B5EF4-FFF2-40B4-BE49-F238E27FC236}">
                <a16:creationId xmlns:a16="http://schemas.microsoft.com/office/drawing/2014/main" id="{F32D0CF1-EE1F-5A06-8553-BF58D42C9AA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SzPct val="110000"/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>
              <a:spcBef>
                <a:spcPct val="20000"/>
              </a:spcBef>
              <a:buChar char="–"/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fld id="{86D4AE1D-E48A-4493-9E43-6CC440CF5E3C}" type="slidenum">
              <a:rPr lang="en-US" altLang="ko-KR" sz="1400">
                <a:latin typeface="Arial" panose="020B0604020202020204" pitchFamily="34" charset="0"/>
                <a:ea typeface="돋움" panose="020B0600000101010101" pitchFamily="34" charset="-127"/>
              </a:rPr>
              <a:pPr>
                <a:spcBef>
                  <a:spcPct val="0"/>
                </a:spcBef>
                <a:buSzTx/>
                <a:buFontTx/>
                <a:buNone/>
              </a:pPr>
              <a:t>26</a:t>
            </a:fld>
            <a:endParaRPr lang="en-US" altLang="ko-KR" sz="1400">
              <a:latin typeface="Arial" panose="020B0604020202020204" pitchFamily="34" charset="0"/>
              <a:ea typeface="돋움" panose="020B0600000101010101" pitchFamily="34" charset="-127"/>
            </a:endParaRPr>
          </a:p>
        </p:txBody>
      </p:sp>
      <p:sp>
        <p:nvSpPr>
          <p:cNvPr id="55300" name="Rectangle 2">
            <a:extLst>
              <a:ext uri="{FF2B5EF4-FFF2-40B4-BE49-F238E27FC236}">
                <a16:creationId xmlns:a16="http://schemas.microsoft.com/office/drawing/2014/main" id="{6AE9E69F-91D4-BD0F-6AB1-E0811FFF08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8163" y="533400"/>
            <a:ext cx="5527675" cy="685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SzPct val="110000"/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>
              <a:spcBef>
                <a:spcPct val="20000"/>
              </a:spcBef>
              <a:buChar char="–"/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 algn="ctr" eaLnBrk="1" latinLnBrk="1" hangingPunct="1">
              <a:spcBef>
                <a:spcPct val="0"/>
              </a:spcBef>
              <a:buSzTx/>
              <a:buFontTx/>
              <a:buNone/>
            </a:pPr>
            <a:r>
              <a:rPr lang="en-US" altLang="ko-KR" sz="3000" b="1">
                <a:solidFill>
                  <a:srgbClr val="0000FF"/>
                </a:solidFill>
                <a:latin typeface="함초롬바탕" pitchFamily="18" charset="-127"/>
                <a:ea typeface="함초롬바탕" pitchFamily="18" charset="-127"/>
              </a:rPr>
              <a:t>2. E-R Diagram Components</a:t>
            </a:r>
          </a:p>
        </p:txBody>
      </p:sp>
      <p:sp>
        <p:nvSpPr>
          <p:cNvPr id="55301" name="Rectangle 2">
            <a:extLst>
              <a:ext uri="{FF2B5EF4-FFF2-40B4-BE49-F238E27FC236}">
                <a16:creationId xmlns:a16="http://schemas.microsoft.com/office/drawing/2014/main" id="{2E247065-6442-986F-D4B9-BDCA2607C8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1838" y="2947988"/>
            <a:ext cx="7329487" cy="339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SzPct val="110000"/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>
              <a:spcBef>
                <a:spcPct val="20000"/>
              </a:spcBef>
              <a:buChar char="–"/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n-US" altLang="en-US" sz="1800">
              <a:latin typeface="신명조" charset="-127"/>
              <a:ea typeface="신명조" charset="-127"/>
            </a:endParaRPr>
          </a:p>
        </p:txBody>
      </p:sp>
      <p:pic>
        <p:nvPicPr>
          <p:cNvPr id="55302" name="그림 2">
            <a:extLst>
              <a:ext uri="{FF2B5EF4-FFF2-40B4-BE49-F238E27FC236}">
                <a16:creationId xmlns:a16="http://schemas.microsoft.com/office/drawing/2014/main" id="{1B483677-55AC-9A5D-6384-D2F176A7E3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4250" y="1784350"/>
            <a:ext cx="4660900" cy="2530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1B8921-EB4C-83EC-9087-8D705FF81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Cardinality</a:t>
            </a:r>
          </a:p>
        </p:txBody>
      </p:sp>
      <p:sp>
        <p:nvSpPr>
          <p:cNvPr id="57347" name="텍스트 개체 틀 2">
            <a:extLst>
              <a:ext uri="{FF2B5EF4-FFF2-40B4-BE49-F238E27FC236}">
                <a16:creationId xmlns:a16="http://schemas.microsoft.com/office/drawing/2014/main" id="{0724D3CE-1E0A-C095-7636-0F5C16025A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Part 3</a:t>
            </a:r>
          </a:p>
        </p:txBody>
      </p:sp>
      <p:sp>
        <p:nvSpPr>
          <p:cNvPr id="57348" name="슬라이드 번호 개체 틀 3">
            <a:extLst>
              <a:ext uri="{FF2B5EF4-FFF2-40B4-BE49-F238E27FC236}">
                <a16:creationId xmlns:a16="http://schemas.microsoft.com/office/drawing/2014/main" id="{0FAD5B18-5D7F-6F38-0E5C-3F356B55CCD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SzPct val="110000"/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>
              <a:spcBef>
                <a:spcPct val="20000"/>
              </a:spcBef>
              <a:buChar char="–"/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fld id="{159CF8F6-C2A7-4FE0-8F58-C8048297500F}" type="slidenum">
              <a:rPr lang="en-US" altLang="ko-KR" sz="1400">
                <a:latin typeface="Arial" panose="020B0604020202020204" pitchFamily="34" charset="0"/>
                <a:ea typeface="돋움" panose="020B0600000101010101" pitchFamily="34" charset="-127"/>
              </a:rPr>
              <a:pPr>
                <a:spcBef>
                  <a:spcPct val="0"/>
                </a:spcBef>
                <a:buSzTx/>
                <a:buFontTx/>
                <a:buNone/>
              </a:pPr>
              <a:t>27</a:t>
            </a:fld>
            <a:endParaRPr lang="en-US" altLang="ko-KR" sz="1400">
              <a:latin typeface="Arial" panose="020B0604020202020204" pitchFamily="34" charset="0"/>
              <a:ea typeface="돋움" panose="020B0600000101010101" pitchFamily="34" charset="-127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슬라이드 번호 개체 틀 4">
            <a:extLst>
              <a:ext uri="{FF2B5EF4-FFF2-40B4-BE49-F238E27FC236}">
                <a16:creationId xmlns:a16="http://schemas.microsoft.com/office/drawing/2014/main" id="{1E3D74AE-9580-8DC3-666E-910AF792BD4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SzPct val="110000"/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>
              <a:spcBef>
                <a:spcPct val="20000"/>
              </a:spcBef>
              <a:buChar char="–"/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fld id="{CC0DFAEC-71EF-419A-9B29-FB1EF6E4C15B}" type="slidenum">
              <a:rPr lang="en-US" altLang="ko-KR" sz="1400">
                <a:latin typeface="Arial" panose="020B0604020202020204" pitchFamily="34" charset="0"/>
                <a:ea typeface="돋움" panose="020B0600000101010101" pitchFamily="34" charset="-127"/>
              </a:rPr>
              <a:pPr>
                <a:spcBef>
                  <a:spcPct val="0"/>
                </a:spcBef>
                <a:buSzTx/>
                <a:buFontTx/>
                <a:buNone/>
              </a:pPr>
              <a:t>28</a:t>
            </a:fld>
            <a:endParaRPr lang="en-US" altLang="ko-KR" sz="1400">
              <a:latin typeface="Arial" panose="020B0604020202020204" pitchFamily="34" charset="0"/>
              <a:ea typeface="돋움" panose="020B0600000101010101" pitchFamily="34" charset="-127"/>
            </a:endParaRPr>
          </a:p>
        </p:txBody>
      </p:sp>
      <p:sp>
        <p:nvSpPr>
          <p:cNvPr id="59395" name="Rectangle 3">
            <a:extLst>
              <a:ext uri="{FF2B5EF4-FFF2-40B4-BE49-F238E27FC236}">
                <a16:creationId xmlns:a16="http://schemas.microsoft.com/office/drawing/2014/main" id="{48A8366E-CF08-F7A6-2405-AEA135023F3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55600" y="1563688"/>
            <a:ext cx="8458200" cy="4902200"/>
          </a:xfrm>
        </p:spPr>
        <p:txBody>
          <a:bodyPr/>
          <a:lstStyle/>
          <a:p>
            <a:pPr algn="just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q"/>
            </a:pPr>
            <a:r>
              <a:rPr lang="en-US" altLang="ko-KR" sz="2000" b="1">
                <a:latin typeface="함초롬바탕" pitchFamily="18" charset="-127"/>
                <a:ea typeface="함초롬바탕" pitchFamily="18" charset="-127"/>
              </a:rPr>
              <a:t>Cardinality</a:t>
            </a:r>
            <a:endParaRPr lang="ko-KR" altLang="en-US" sz="2000" b="1">
              <a:latin typeface="함초롬바탕" pitchFamily="18" charset="-127"/>
              <a:ea typeface="함초롬바탕" pitchFamily="18" charset="-127"/>
            </a:endParaRPr>
          </a:p>
          <a:p>
            <a:pPr lvl="1" algn="just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en-US" altLang="ko-KR" b="1">
                <a:latin typeface="함초롬바탕" pitchFamily="18" charset="-127"/>
                <a:ea typeface="함초롬바탕" pitchFamily="18" charset="-127"/>
              </a:rPr>
              <a:t>Cardinality represents the number of relationships an entity can participate in</a:t>
            </a:r>
          </a:p>
          <a:p>
            <a:pPr lvl="1" algn="just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endParaRPr lang="en-US" altLang="ko-KR" b="1">
              <a:latin typeface="함초롬바탕" pitchFamily="18" charset="-127"/>
              <a:ea typeface="함초롬바탕" pitchFamily="18" charset="-127"/>
            </a:endParaRPr>
          </a:p>
          <a:p>
            <a:pPr lvl="1" algn="just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en-US" altLang="ko-KR" b="1">
                <a:latin typeface="함초롬바탕" pitchFamily="18" charset="-127"/>
                <a:ea typeface="함초롬바탕" pitchFamily="18" charset="-127"/>
              </a:rPr>
              <a:t>Relationships are often divided into 1:1, 1:N, M:N</a:t>
            </a:r>
          </a:p>
          <a:p>
            <a:pPr lvl="2" algn="just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en-US" altLang="ko-KR" b="1">
                <a:latin typeface="함초롬바탕" pitchFamily="18" charset="-127"/>
                <a:ea typeface="함초롬바탕" pitchFamily="18" charset="-127"/>
              </a:rPr>
              <a:t>Cardinality ratio</a:t>
            </a:r>
          </a:p>
          <a:p>
            <a:pPr lvl="1" algn="just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endParaRPr lang="en-US" altLang="ko-KR" b="1">
              <a:latin typeface="함초롬바탕" pitchFamily="18" charset="-127"/>
              <a:ea typeface="함초롬바탕" pitchFamily="18" charset="-127"/>
            </a:endParaRPr>
          </a:p>
          <a:p>
            <a:pPr lvl="1" algn="just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en-US" altLang="ko-KR" b="1">
                <a:latin typeface="함초롬바탕" pitchFamily="18" charset="-127"/>
                <a:ea typeface="함초롬바탕" pitchFamily="18" charset="-127"/>
              </a:rPr>
              <a:t>Information on cardinality indicates over trunk of relationship</a:t>
            </a:r>
          </a:p>
        </p:txBody>
      </p:sp>
      <p:sp>
        <p:nvSpPr>
          <p:cNvPr id="59396" name="Rectangle 2">
            <a:extLst>
              <a:ext uri="{FF2B5EF4-FFF2-40B4-BE49-F238E27FC236}">
                <a16:creationId xmlns:a16="http://schemas.microsoft.com/office/drawing/2014/main" id="{E2FCCB95-984F-DE99-F2F1-3D84C8881B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8163" y="533400"/>
            <a:ext cx="5527675" cy="685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SzPct val="110000"/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>
              <a:spcBef>
                <a:spcPct val="20000"/>
              </a:spcBef>
              <a:buChar char="–"/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 algn="ctr" eaLnBrk="1" latinLnBrk="1" hangingPunct="1">
              <a:spcBef>
                <a:spcPct val="0"/>
              </a:spcBef>
              <a:buSzTx/>
              <a:buFontTx/>
              <a:buNone/>
            </a:pPr>
            <a:r>
              <a:rPr lang="en-US" altLang="ko-KR" sz="3000" b="1">
                <a:solidFill>
                  <a:srgbClr val="0000FF"/>
                </a:solidFill>
                <a:latin typeface="함초롬바탕" pitchFamily="18" charset="-127"/>
                <a:ea typeface="함초롬바탕" pitchFamily="18" charset="-127"/>
              </a:rPr>
              <a:t>3. Cardinality</a:t>
            </a:r>
          </a:p>
        </p:txBody>
      </p:sp>
      <p:pic>
        <p:nvPicPr>
          <p:cNvPr id="59397" name="그림 4">
            <a:extLst>
              <a:ext uri="{FF2B5EF4-FFF2-40B4-BE49-F238E27FC236}">
                <a16:creationId xmlns:a16="http://schemas.microsoft.com/office/drawing/2014/main" id="{C9A80E15-A31E-86A7-83C3-2A5867B778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3900" y="4900613"/>
            <a:ext cx="5181600" cy="981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슬라이드 번호 개체 틀 4">
            <a:extLst>
              <a:ext uri="{FF2B5EF4-FFF2-40B4-BE49-F238E27FC236}">
                <a16:creationId xmlns:a16="http://schemas.microsoft.com/office/drawing/2014/main" id="{E475704E-67FF-BF80-685F-E310130F101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SzPct val="110000"/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>
              <a:spcBef>
                <a:spcPct val="20000"/>
              </a:spcBef>
              <a:buChar char="–"/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fld id="{199981D0-12EA-404D-8851-A52A65838839}" type="slidenum">
              <a:rPr lang="en-US" altLang="ko-KR" sz="1400">
                <a:latin typeface="Arial" panose="020B0604020202020204" pitchFamily="34" charset="0"/>
                <a:ea typeface="돋움" panose="020B0600000101010101" pitchFamily="34" charset="-127"/>
              </a:rPr>
              <a:pPr>
                <a:spcBef>
                  <a:spcPct val="0"/>
                </a:spcBef>
                <a:buSzTx/>
                <a:buFontTx/>
                <a:buNone/>
              </a:pPr>
              <a:t>29</a:t>
            </a:fld>
            <a:endParaRPr lang="en-US" altLang="ko-KR" sz="1400">
              <a:latin typeface="Arial" panose="020B0604020202020204" pitchFamily="34" charset="0"/>
              <a:ea typeface="돋움" panose="020B0600000101010101" pitchFamily="34" charset="-127"/>
            </a:endParaRPr>
          </a:p>
        </p:txBody>
      </p:sp>
      <p:sp>
        <p:nvSpPr>
          <p:cNvPr id="61443" name="Rectangle 3">
            <a:extLst>
              <a:ext uri="{FF2B5EF4-FFF2-40B4-BE49-F238E27FC236}">
                <a16:creationId xmlns:a16="http://schemas.microsoft.com/office/drawing/2014/main" id="{7C7C5C5D-A051-46EF-F41D-A3CCE34370D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55600" y="1563688"/>
            <a:ext cx="8458200" cy="4902200"/>
          </a:xfrm>
        </p:spPr>
        <p:txBody>
          <a:bodyPr/>
          <a:lstStyle/>
          <a:p>
            <a:pPr algn="just"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q"/>
            </a:pPr>
            <a:r>
              <a:rPr lang="en-US" altLang="ko-KR" sz="1500" b="1">
                <a:latin typeface="함초롬바탕" pitchFamily="18" charset="-127"/>
                <a:ea typeface="함초롬바탕" pitchFamily="18" charset="-127"/>
              </a:rPr>
              <a:t>1:1 relation</a:t>
            </a:r>
            <a:endParaRPr lang="ko-KR" altLang="en-US" sz="1500" b="1">
              <a:latin typeface="함초롬바탕" pitchFamily="18" charset="-127"/>
              <a:ea typeface="함초롬바탕" pitchFamily="18" charset="-127"/>
            </a:endParaRPr>
          </a:p>
          <a:p>
            <a:pPr lvl="1" algn="just"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en-US" altLang="ko-KR" sz="1500" b="1">
                <a:latin typeface="함초롬바탕" pitchFamily="18" charset="-127"/>
                <a:ea typeface="함초롬바탕" pitchFamily="18" charset="-127"/>
              </a:rPr>
              <a:t>If each entity in A is correctly associated with one entity in B, and each entity in B is correctly associated with one entity in A</a:t>
            </a: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q"/>
            </a:pPr>
            <a:endParaRPr lang="en-US" altLang="ko-KR" sz="1500" b="1">
              <a:latin typeface="함초롬바탕" pitchFamily="18" charset="-127"/>
              <a:ea typeface="함초롬바탕" pitchFamily="18" charset="-127"/>
            </a:endParaRP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q"/>
            </a:pPr>
            <a:r>
              <a:rPr lang="en-US" altLang="ko-KR" sz="1500" b="1">
                <a:latin typeface="함초롬바탕" pitchFamily="18" charset="-127"/>
                <a:ea typeface="함초롬바탕" pitchFamily="18" charset="-127"/>
              </a:rPr>
              <a:t>1:N relation</a:t>
            </a:r>
            <a:endParaRPr lang="ko-KR" altLang="en-US" sz="1500" b="1">
              <a:latin typeface="함초롬바탕" pitchFamily="18" charset="-127"/>
              <a:ea typeface="함초롬바탕" pitchFamily="18" charset="-127"/>
            </a:endParaRPr>
          </a:p>
          <a:p>
            <a:pPr lvl="1" algn="just"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en-US" altLang="ko-KR" sz="1500" b="1">
                <a:latin typeface="함초롬바탕" pitchFamily="18" charset="-127"/>
                <a:ea typeface="함초롬바탕" pitchFamily="18" charset="-127"/>
              </a:rPr>
              <a:t>If each entity in A is associated with any number of entities in B, and each entity in B is correctly associated with one entity in A</a:t>
            </a:r>
          </a:p>
          <a:p>
            <a:pPr lvl="1" algn="just"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endParaRPr lang="en-US" altLang="ko-KR" sz="1500" b="1">
              <a:latin typeface="함초롬바탕" pitchFamily="18" charset="-127"/>
              <a:ea typeface="함초롬바탕" pitchFamily="18" charset="-127"/>
            </a:endParaRP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q"/>
            </a:pPr>
            <a:r>
              <a:rPr lang="en-US" altLang="ko-KR" sz="1500" b="1">
                <a:latin typeface="함초롬바탕" pitchFamily="18" charset="-127"/>
                <a:ea typeface="함초롬바탕" pitchFamily="18" charset="-127"/>
              </a:rPr>
              <a:t>M:M relation</a:t>
            </a:r>
          </a:p>
          <a:p>
            <a:pPr lvl="1" algn="just"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en-US" altLang="ko-KR" sz="1500" b="1">
                <a:latin typeface="함초롬바탕" pitchFamily="18" charset="-127"/>
                <a:ea typeface="함초롬바탕" pitchFamily="18" charset="-127"/>
              </a:rPr>
              <a:t>Any number of entities belonging to one entity type are associated with any number of entities belonging to another entity type</a:t>
            </a:r>
          </a:p>
          <a:p>
            <a:pPr lvl="1" algn="just"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endParaRPr lang="en-US" altLang="ko-KR" sz="1500" b="1">
              <a:latin typeface="함초롬바탕" pitchFamily="18" charset="-127"/>
              <a:ea typeface="함초롬바탕" pitchFamily="18" charset="-127"/>
            </a:endParaRPr>
          </a:p>
          <a:p>
            <a:pPr lvl="1" algn="just"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endParaRPr lang="en-US" altLang="ko-KR" sz="1500" b="1">
              <a:latin typeface="함초롬바탕" pitchFamily="18" charset="-127"/>
              <a:ea typeface="함초롬바탕" pitchFamily="18" charset="-127"/>
            </a:endParaRP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endParaRPr lang="en-US" altLang="ko-KR" sz="2100" b="1">
              <a:latin typeface="함초롬바탕" pitchFamily="18" charset="-127"/>
              <a:ea typeface="함초롬바탕" pitchFamily="18" charset="-127"/>
            </a:endParaRPr>
          </a:p>
        </p:txBody>
      </p:sp>
      <p:sp>
        <p:nvSpPr>
          <p:cNvPr id="61444" name="Rectangle 2">
            <a:extLst>
              <a:ext uri="{FF2B5EF4-FFF2-40B4-BE49-F238E27FC236}">
                <a16:creationId xmlns:a16="http://schemas.microsoft.com/office/drawing/2014/main" id="{E7990A7C-2565-8C76-E3E1-0ECA1582AD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8163" y="533400"/>
            <a:ext cx="5527675" cy="685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SzPct val="110000"/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>
              <a:spcBef>
                <a:spcPct val="20000"/>
              </a:spcBef>
              <a:buChar char="–"/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 algn="ctr" eaLnBrk="1" latinLnBrk="1" hangingPunct="1">
              <a:spcBef>
                <a:spcPct val="0"/>
              </a:spcBef>
              <a:buSzTx/>
              <a:buFontTx/>
              <a:buNone/>
            </a:pPr>
            <a:r>
              <a:rPr lang="en-US" altLang="ko-KR" sz="3000" b="1">
                <a:solidFill>
                  <a:srgbClr val="0000FF"/>
                </a:solidFill>
                <a:latin typeface="함초롬바탕" pitchFamily="18" charset="-127"/>
                <a:ea typeface="함초롬바탕" pitchFamily="18" charset="-127"/>
              </a:rPr>
              <a:t>3. Cardinality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슬라이드 번호 개체 틀 3">
            <a:extLst>
              <a:ext uri="{FF2B5EF4-FFF2-40B4-BE49-F238E27FC236}">
                <a16:creationId xmlns:a16="http://schemas.microsoft.com/office/drawing/2014/main" id="{A97964EE-D298-00C7-1EB2-2AC076720CA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SzPct val="110000"/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>
              <a:spcBef>
                <a:spcPct val="20000"/>
              </a:spcBef>
              <a:buChar char="–"/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fld id="{68BD471F-51BC-45A6-8B59-A258A1195C2C}" type="slidenum">
              <a:rPr lang="en-US" altLang="ko-KR" sz="1400">
                <a:latin typeface="Arial" panose="020B0604020202020204" pitchFamily="34" charset="0"/>
                <a:ea typeface="돋움" panose="020B0600000101010101" pitchFamily="34" charset="-127"/>
              </a:rPr>
              <a:pPr>
                <a:spcBef>
                  <a:spcPct val="0"/>
                </a:spcBef>
                <a:buSzTx/>
                <a:buFontTx/>
                <a:buNone/>
              </a:pPr>
              <a:t>30</a:t>
            </a:fld>
            <a:endParaRPr lang="en-US" altLang="ko-KR" sz="1400">
              <a:latin typeface="Arial" panose="020B0604020202020204" pitchFamily="34" charset="0"/>
              <a:ea typeface="돋움" panose="020B0600000101010101" pitchFamily="34" charset="-127"/>
            </a:endParaRPr>
          </a:p>
        </p:txBody>
      </p:sp>
      <p:pic>
        <p:nvPicPr>
          <p:cNvPr id="63491" name="Picture 6">
            <a:extLst>
              <a:ext uri="{FF2B5EF4-FFF2-40B4-BE49-F238E27FC236}">
                <a16:creationId xmlns:a16="http://schemas.microsoft.com/office/drawing/2014/main" id="{B7078852-7EA4-7784-F1DE-BC2FF884DD39}"/>
              </a:ext>
            </a:extLst>
          </p:cNvPr>
          <p:cNvPicPr>
            <a:picLocks noGrp="1" noChangeAspect="1" noChangeArrowheads="1"/>
          </p:cNvPicPr>
          <p:nvPr>
            <p:ph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88988" y="2366963"/>
            <a:ext cx="7566025" cy="3295650"/>
          </a:xfrm>
          <a:noFill/>
          <a:extLs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</p:pic>
      <p:sp>
        <p:nvSpPr>
          <p:cNvPr id="63492" name="Rectangle 2">
            <a:extLst>
              <a:ext uri="{FF2B5EF4-FFF2-40B4-BE49-F238E27FC236}">
                <a16:creationId xmlns:a16="http://schemas.microsoft.com/office/drawing/2014/main" id="{07B634F8-200E-5C44-BEB9-BEE9786956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8163" y="533400"/>
            <a:ext cx="5527675" cy="685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SzPct val="110000"/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>
              <a:spcBef>
                <a:spcPct val="20000"/>
              </a:spcBef>
              <a:buChar char="–"/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 algn="ctr" eaLnBrk="1" latinLnBrk="1" hangingPunct="1">
              <a:spcBef>
                <a:spcPct val="0"/>
              </a:spcBef>
              <a:buSzTx/>
              <a:buFontTx/>
              <a:buNone/>
            </a:pPr>
            <a:r>
              <a:rPr lang="en-US" altLang="ko-KR" sz="3000" b="1">
                <a:solidFill>
                  <a:srgbClr val="0000FF"/>
                </a:solidFill>
                <a:latin typeface="함초롬바탕" pitchFamily="18" charset="-127"/>
                <a:ea typeface="함초롬바탕" pitchFamily="18" charset="-127"/>
              </a:rPr>
              <a:t>3. Cardinality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EF993F41-703A-893C-1C68-E0F238CF3C07}"/>
              </a:ext>
            </a:extLst>
          </p:cNvPr>
          <p:cNvSpPr txBox="1">
            <a:spLocks noChangeArrowheads="1"/>
          </p:cNvSpPr>
          <p:nvPr/>
        </p:nvSpPr>
        <p:spPr>
          <a:xfrm>
            <a:off x="355600" y="1563688"/>
            <a:ext cx="8458200" cy="49022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10000"/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16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16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itchFamily="34" charset="0"/>
                <a:ea typeface="+mj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itchFamily="34" charset="0"/>
                <a:ea typeface="+mj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itchFamily="34" charset="0"/>
                <a:ea typeface="+mj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itchFamily="34" charset="0"/>
                <a:ea typeface="+mj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itchFamily="34" charset="0"/>
                <a:ea typeface="+mj-ea"/>
              </a:defRPr>
            </a:lvl9pPr>
          </a:lstStyle>
          <a:p>
            <a:pPr algn="just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q"/>
              <a:defRPr/>
            </a:pPr>
            <a:r>
              <a:rPr lang="en-US" altLang="ko-KR" sz="2000" b="1" kern="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Cardinality ratios</a:t>
            </a:r>
            <a:endParaRPr lang="ko-KR" altLang="en-US" sz="2000" b="1" kern="0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슬라이드 번호 개체 틀 5">
            <a:extLst>
              <a:ext uri="{FF2B5EF4-FFF2-40B4-BE49-F238E27FC236}">
                <a16:creationId xmlns:a16="http://schemas.microsoft.com/office/drawing/2014/main" id="{DFF4CDCC-4F4F-30EC-0B52-DD4529162DB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SzPct val="110000"/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>
              <a:spcBef>
                <a:spcPct val="20000"/>
              </a:spcBef>
              <a:buChar char="–"/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fld id="{FF9FE3F9-5EE8-472B-BDF4-7BC5B57E3913}" type="slidenum">
              <a:rPr lang="en-US" altLang="ko-KR" sz="1400">
                <a:latin typeface="Arial" panose="020B0604020202020204" pitchFamily="34" charset="0"/>
                <a:ea typeface="돋움" panose="020B0600000101010101" pitchFamily="34" charset="-127"/>
              </a:rPr>
              <a:pPr>
                <a:spcBef>
                  <a:spcPct val="0"/>
                </a:spcBef>
                <a:buSzTx/>
                <a:buFontTx/>
                <a:buNone/>
              </a:pPr>
              <a:t>31</a:t>
            </a:fld>
            <a:endParaRPr lang="en-US" altLang="ko-KR" sz="1400">
              <a:latin typeface="Arial" panose="020B0604020202020204" pitchFamily="34" charset="0"/>
              <a:ea typeface="돋움" panose="020B0600000101010101" pitchFamily="34" charset="-127"/>
            </a:endParaRPr>
          </a:p>
        </p:txBody>
      </p:sp>
      <p:sp>
        <p:nvSpPr>
          <p:cNvPr id="65539" name="Rectangle 3">
            <a:extLst>
              <a:ext uri="{FF2B5EF4-FFF2-40B4-BE49-F238E27FC236}">
                <a16:creationId xmlns:a16="http://schemas.microsoft.com/office/drawing/2014/main" id="{F26E4220-5BDC-9937-4EA4-DC5A15C37FF2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381000" y="1600200"/>
            <a:ext cx="8237538" cy="4724400"/>
          </a:xfrm>
        </p:spPr>
        <p:txBody>
          <a:bodyPr/>
          <a:lstStyle/>
          <a:p>
            <a:pPr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q"/>
            </a:pPr>
            <a:r>
              <a:rPr lang="en-US" altLang="ko-KR" sz="1800" b="1">
                <a:latin typeface="함초롬바탕" pitchFamily="18" charset="-127"/>
                <a:ea typeface="함초롬바탕" pitchFamily="18" charset="-127"/>
              </a:rPr>
              <a:t>Example</a:t>
            </a:r>
          </a:p>
        </p:txBody>
      </p:sp>
      <p:pic>
        <p:nvPicPr>
          <p:cNvPr id="65540" name="Picture 4">
            <a:extLst>
              <a:ext uri="{FF2B5EF4-FFF2-40B4-BE49-F238E27FC236}">
                <a16:creationId xmlns:a16="http://schemas.microsoft.com/office/drawing/2014/main" id="{59A0941C-71CC-401A-4F95-7978F0F34E34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35063" y="2206625"/>
            <a:ext cx="6769100" cy="4046538"/>
          </a:xfrm>
          <a:noFill/>
          <a:ln w="6350" cap="flat">
            <a:solidFill>
              <a:srgbClr val="3366FF"/>
            </a:solidFill>
            <a:miter lim="800000"/>
            <a:headEnd/>
            <a:tailEnd/>
          </a:ln>
        </p:spPr>
      </p:pic>
      <p:sp>
        <p:nvSpPr>
          <p:cNvPr id="65541" name="Rectangle 2">
            <a:extLst>
              <a:ext uri="{FF2B5EF4-FFF2-40B4-BE49-F238E27FC236}">
                <a16:creationId xmlns:a16="http://schemas.microsoft.com/office/drawing/2014/main" id="{2454DE5D-3883-EEE1-EFE1-7B6C096F7B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8163" y="533400"/>
            <a:ext cx="5527675" cy="685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SzPct val="110000"/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>
              <a:spcBef>
                <a:spcPct val="20000"/>
              </a:spcBef>
              <a:buChar char="–"/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 algn="ctr" eaLnBrk="1" latinLnBrk="1" hangingPunct="1">
              <a:spcBef>
                <a:spcPct val="0"/>
              </a:spcBef>
              <a:buSzTx/>
              <a:buFontTx/>
              <a:buNone/>
            </a:pPr>
            <a:r>
              <a:rPr lang="en-US" altLang="ko-KR" sz="3000" b="1">
                <a:solidFill>
                  <a:srgbClr val="0000FF"/>
                </a:solidFill>
                <a:latin typeface="함초롬바탕" pitchFamily="18" charset="-127"/>
                <a:ea typeface="함초롬바탕" pitchFamily="18" charset="-127"/>
              </a:rPr>
              <a:t>3. Cardinality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슬라이드 번호 개체 틀 5">
            <a:extLst>
              <a:ext uri="{FF2B5EF4-FFF2-40B4-BE49-F238E27FC236}">
                <a16:creationId xmlns:a16="http://schemas.microsoft.com/office/drawing/2014/main" id="{85689B99-78AD-FCFF-9F0C-11C9A3251D1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SzPct val="110000"/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>
              <a:spcBef>
                <a:spcPct val="20000"/>
              </a:spcBef>
              <a:buChar char="–"/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fld id="{054D56E6-B3EA-444E-A258-1EE7DCFA5150}" type="slidenum">
              <a:rPr lang="en-US" altLang="ko-KR" sz="1400">
                <a:latin typeface="Arial" panose="020B0604020202020204" pitchFamily="34" charset="0"/>
                <a:ea typeface="돋움" panose="020B0600000101010101" pitchFamily="34" charset="-127"/>
              </a:rPr>
              <a:pPr>
                <a:spcBef>
                  <a:spcPct val="0"/>
                </a:spcBef>
                <a:buSzTx/>
                <a:buFontTx/>
                <a:buNone/>
              </a:pPr>
              <a:t>32</a:t>
            </a:fld>
            <a:endParaRPr lang="en-US" altLang="ko-KR" sz="1400">
              <a:latin typeface="Arial" panose="020B0604020202020204" pitchFamily="34" charset="0"/>
              <a:ea typeface="돋움" panose="020B0600000101010101" pitchFamily="34" charset="-127"/>
            </a:endParaRPr>
          </a:p>
        </p:txBody>
      </p:sp>
      <p:sp>
        <p:nvSpPr>
          <p:cNvPr id="67587" name="Rectangle 3">
            <a:extLst>
              <a:ext uri="{FF2B5EF4-FFF2-40B4-BE49-F238E27FC236}">
                <a16:creationId xmlns:a16="http://schemas.microsoft.com/office/drawing/2014/main" id="{D5EF8C09-55BC-4C92-A20D-BF430436A116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381000" y="1600200"/>
            <a:ext cx="8237538" cy="4724400"/>
          </a:xfrm>
        </p:spPr>
        <p:txBody>
          <a:bodyPr/>
          <a:lstStyle/>
          <a:p>
            <a:pPr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q"/>
            </a:pPr>
            <a:r>
              <a:rPr lang="en-US" altLang="ko-KR" sz="1800" b="1">
                <a:latin typeface="함초롬바탕" pitchFamily="18" charset="-127"/>
                <a:ea typeface="함초롬바탕" pitchFamily="18" charset="-127"/>
              </a:rPr>
              <a:t>Example of 1:1 relationship</a:t>
            </a:r>
          </a:p>
          <a:p>
            <a:pPr lvl="1" eaLnBrk="1" hangingPunct="1">
              <a:lnSpc>
                <a:spcPct val="14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ko-KR" sz="1400" b="1">
                <a:latin typeface="함초롬바탕" pitchFamily="18" charset="-127"/>
                <a:ea typeface="함초롬바탕" pitchFamily="18" charset="-127"/>
              </a:rPr>
              <a:t>One employee can manage only one department and one department can be managed by only one person (i.e., employee)</a:t>
            </a:r>
          </a:p>
        </p:txBody>
      </p:sp>
      <p:sp>
        <p:nvSpPr>
          <p:cNvPr id="67588" name="Rectangle 2">
            <a:extLst>
              <a:ext uri="{FF2B5EF4-FFF2-40B4-BE49-F238E27FC236}">
                <a16:creationId xmlns:a16="http://schemas.microsoft.com/office/drawing/2014/main" id="{5CEF0058-D868-88AB-91EB-972AF11AF6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8163" y="533400"/>
            <a:ext cx="5527675" cy="685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SzPct val="110000"/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>
              <a:spcBef>
                <a:spcPct val="20000"/>
              </a:spcBef>
              <a:buChar char="–"/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 algn="ctr" eaLnBrk="1" latinLnBrk="1" hangingPunct="1">
              <a:spcBef>
                <a:spcPct val="0"/>
              </a:spcBef>
              <a:buSzTx/>
              <a:buFontTx/>
              <a:buNone/>
            </a:pPr>
            <a:r>
              <a:rPr lang="en-US" altLang="ko-KR" sz="3000" b="1">
                <a:solidFill>
                  <a:srgbClr val="0000FF"/>
                </a:solidFill>
                <a:latin typeface="함초롬바탕" pitchFamily="18" charset="-127"/>
                <a:ea typeface="함초롬바탕" pitchFamily="18" charset="-127"/>
              </a:rPr>
              <a:t>3. Cardinality</a:t>
            </a:r>
          </a:p>
        </p:txBody>
      </p:sp>
      <p:pic>
        <p:nvPicPr>
          <p:cNvPr id="67589" name="그림 3">
            <a:extLst>
              <a:ext uri="{FF2B5EF4-FFF2-40B4-BE49-F238E27FC236}">
                <a16:creationId xmlns:a16="http://schemas.microsoft.com/office/drawing/2014/main" id="{01D84CA6-7675-BA84-D7A3-4A56498E00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1663" y="2927350"/>
            <a:ext cx="5400675" cy="321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슬라이드 번호 개체 틀 5">
            <a:extLst>
              <a:ext uri="{FF2B5EF4-FFF2-40B4-BE49-F238E27FC236}">
                <a16:creationId xmlns:a16="http://schemas.microsoft.com/office/drawing/2014/main" id="{DF2CC36B-796F-0814-665D-9499DEC8219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SzPct val="110000"/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>
              <a:spcBef>
                <a:spcPct val="20000"/>
              </a:spcBef>
              <a:buChar char="–"/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fld id="{2AABE676-36B0-434E-8586-53C84A857297}" type="slidenum">
              <a:rPr lang="en-US" altLang="ko-KR" sz="1400">
                <a:latin typeface="Arial" panose="020B0604020202020204" pitchFamily="34" charset="0"/>
                <a:ea typeface="돋움" panose="020B0600000101010101" pitchFamily="34" charset="-127"/>
              </a:rPr>
              <a:pPr>
                <a:spcBef>
                  <a:spcPct val="0"/>
                </a:spcBef>
                <a:buSzTx/>
                <a:buFontTx/>
                <a:buNone/>
              </a:pPr>
              <a:t>33</a:t>
            </a:fld>
            <a:endParaRPr lang="en-US" altLang="ko-KR" sz="1400">
              <a:latin typeface="Arial" panose="020B0604020202020204" pitchFamily="34" charset="0"/>
              <a:ea typeface="돋움" panose="020B0600000101010101" pitchFamily="34" charset="-127"/>
            </a:endParaRPr>
          </a:p>
        </p:txBody>
      </p:sp>
      <p:sp>
        <p:nvSpPr>
          <p:cNvPr id="69635" name="Rectangle 3">
            <a:extLst>
              <a:ext uri="{FF2B5EF4-FFF2-40B4-BE49-F238E27FC236}">
                <a16:creationId xmlns:a16="http://schemas.microsoft.com/office/drawing/2014/main" id="{72048AD6-4209-9BD1-EAB3-DF10263EF133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381000" y="1600200"/>
            <a:ext cx="8237538" cy="4724400"/>
          </a:xfrm>
        </p:spPr>
        <p:txBody>
          <a:bodyPr/>
          <a:lstStyle/>
          <a:p>
            <a:pPr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q"/>
            </a:pPr>
            <a:r>
              <a:rPr lang="en-US" altLang="ko-KR" sz="1800" b="1">
                <a:latin typeface="함초롬바탕" pitchFamily="18" charset="-127"/>
                <a:ea typeface="함초롬바탕" pitchFamily="18" charset="-127"/>
              </a:rPr>
              <a:t>Example of 1:M relationship</a:t>
            </a:r>
          </a:p>
          <a:p>
            <a:pPr lvl="1" eaLnBrk="1" hangingPunct="1">
              <a:lnSpc>
                <a:spcPct val="14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ko-KR" sz="1400" b="1">
                <a:latin typeface="함초롬바탕" pitchFamily="18" charset="-127"/>
                <a:ea typeface="함초롬바탕" pitchFamily="18" charset="-127"/>
              </a:rPr>
              <a:t>One employee can belong to only one department but a department can have many employees</a:t>
            </a:r>
          </a:p>
        </p:txBody>
      </p:sp>
      <p:sp>
        <p:nvSpPr>
          <p:cNvPr id="69636" name="Rectangle 2">
            <a:extLst>
              <a:ext uri="{FF2B5EF4-FFF2-40B4-BE49-F238E27FC236}">
                <a16:creationId xmlns:a16="http://schemas.microsoft.com/office/drawing/2014/main" id="{B952CDEA-FB65-9EA7-4DB9-5F485F5218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8163" y="533400"/>
            <a:ext cx="5527675" cy="685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SzPct val="110000"/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>
              <a:spcBef>
                <a:spcPct val="20000"/>
              </a:spcBef>
              <a:buChar char="–"/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 algn="ctr" eaLnBrk="1" latinLnBrk="1" hangingPunct="1">
              <a:spcBef>
                <a:spcPct val="0"/>
              </a:spcBef>
              <a:buSzTx/>
              <a:buFontTx/>
              <a:buNone/>
            </a:pPr>
            <a:r>
              <a:rPr lang="en-US" altLang="ko-KR" sz="3000" b="1">
                <a:solidFill>
                  <a:srgbClr val="0000FF"/>
                </a:solidFill>
                <a:latin typeface="함초롬바탕" pitchFamily="18" charset="-127"/>
                <a:ea typeface="함초롬바탕" pitchFamily="18" charset="-127"/>
              </a:rPr>
              <a:t>3. Cardinality</a:t>
            </a:r>
          </a:p>
        </p:txBody>
      </p:sp>
      <p:pic>
        <p:nvPicPr>
          <p:cNvPr id="69637" name="그림 1">
            <a:extLst>
              <a:ext uri="{FF2B5EF4-FFF2-40B4-BE49-F238E27FC236}">
                <a16:creationId xmlns:a16="http://schemas.microsoft.com/office/drawing/2014/main" id="{847921F8-9E8D-DF90-4E6C-8B8CFEF52C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0225" y="2620963"/>
            <a:ext cx="5399088" cy="3703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9638" name="TextBox 2">
            <a:extLst>
              <a:ext uri="{FF2B5EF4-FFF2-40B4-BE49-F238E27FC236}">
                <a16:creationId xmlns:a16="http://schemas.microsoft.com/office/drawing/2014/main" id="{0BCA7D7B-D209-8BB4-0764-E6EC69BA9F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21150" y="2620963"/>
            <a:ext cx="901700" cy="36988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10000"/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>
              <a:spcBef>
                <a:spcPct val="20000"/>
              </a:spcBef>
              <a:buChar char="–"/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r>
              <a:rPr lang="en-US" altLang="en-US" sz="1800">
                <a:latin typeface="times" panose="02020603050405020304" pitchFamily="18" charset="0"/>
                <a:ea typeface="신명조" charset="-127"/>
                <a:cs typeface="times" panose="02020603050405020304" pitchFamily="18" charset="0"/>
              </a:rPr>
              <a:t>belongs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슬라이드 번호 개체 틀 5">
            <a:extLst>
              <a:ext uri="{FF2B5EF4-FFF2-40B4-BE49-F238E27FC236}">
                <a16:creationId xmlns:a16="http://schemas.microsoft.com/office/drawing/2014/main" id="{3FF628F2-D601-A0DE-3C19-5FEFB8780FD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SzPct val="110000"/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>
              <a:spcBef>
                <a:spcPct val="20000"/>
              </a:spcBef>
              <a:buChar char="–"/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fld id="{C787BD33-5D41-4951-ADA1-3404BA26BA9B}" type="slidenum">
              <a:rPr lang="en-US" altLang="ko-KR" sz="1400">
                <a:latin typeface="Arial" panose="020B0604020202020204" pitchFamily="34" charset="0"/>
                <a:ea typeface="돋움" panose="020B0600000101010101" pitchFamily="34" charset="-127"/>
              </a:rPr>
              <a:pPr>
                <a:spcBef>
                  <a:spcPct val="0"/>
                </a:spcBef>
                <a:buSzTx/>
                <a:buFontTx/>
                <a:buNone/>
              </a:pPr>
              <a:t>34</a:t>
            </a:fld>
            <a:endParaRPr lang="en-US" altLang="ko-KR" sz="1400">
              <a:latin typeface="Arial" panose="020B0604020202020204" pitchFamily="34" charset="0"/>
              <a:ea typeface="돋움" panose="020B0600000101010101" pitchFamily="34" charset="-127"/>
            </a:endParaRPr>
          </a:p>
        </p:txBody>
      </p:sp>
      <p:sp>
        <p:nvSpPr>
          <p:cNvPr id="71683" name="Rectangle 3">
            <a:extLst>
              <a:ext uri="{FF2B5EF4-FFF2-40B4-BE49-F238E27FC236}">
                <a16:creationId xmlns:a16="http://schemas.microsoft.com/office/drawing/2014/main" id="{E29E1B54-08A8-0E5A-02F7-E2AB7186F099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381000" y="1600200"/>
            <a:ext cx="8237538" cy="4724400"/>
          </a:xfrm>
        </p:spPr>
        <p:txBody>
          <a:bodyPr/>
          <a:lstStyle/>
          <a:p>
            <a:pPr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q"/>
            </a:pPr>
            <a:r>
              <a:rPr lang="en-US" altLang="ko-KR" sz="1800" b="1">
                <a:latin typeface="함초롬바탕" pitchFamily="18" charset="-127"/>
                <a:ea typeface="함초롬바탕" pitchFamily="18" charset="-127"/>
              </a:rPr>
              <a:t>Example of M:M relationship</a:t>
            </a:r>
          </a:p>
          <a:p>
            <a:pPr lvl="1" eaLnBrk="1" hangingPunct="1">
              <a:lnSpc>
                <a:spcPct val="14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ko-KR" sz="1400" b="1">
                <a:latin typeface="함초롬바탕" pitchFamily="18" charset="-127"/>
                <a:ea typeface="함초롬바탕" pitchFamily="18" charset="-127"/>
              </a:rPr>
              <a:t>One employee can work on several projects and a project can have many employees</a:t>
            </a:r>
          </a:p>
        </p:txBody>
      </p:sp>
      <p:sp>
        <p:nvSpPr>
          <p:cNvPr id="71684" name="Rectangle 2">
            <a:extLst>
              <a:ext uri="{FF2B5EF4-FFF2-40B4-BE49-F238E27FC236}">
                <a16:creationId xmlns:a16="http://schemas.microsoft.com/office/drawing/2014/main" id="{0247BB31-47BF-CCD5-9443-3C45D0920B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8163" y="533400"/>
            <a:ext cx="5527675" cy="685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SzPct val="110000"/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>
              <a:spcBef>
                <a:spcPct val="20000"/>
              </a:spcBef>
              <a:buChar char="–"/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 algn="ctr" eaLnBrk="1" latinLnBrk="1" hangingPunct="1">
              <a:spcBef>
                <a:spcPct val="0"/>
              </a:spcBef>
              <a:buSzTx/>
              <a:buFontTx/>
              <a:buNone/>
            </a:pPr>
            <a:r>
              <a:rPr lang="en-US" altLang="ko-KR" sz="3000" b="1">
                <a:solidFill>
                  <a:srgbClr val="0000FF"/>
                </a:solidFill>
                <a:latin typeface="함초롬바탕" pitchFamily="18" charset="-127"/>
                <a:ea typeface="함초롬바탕" pitchFamily="18" charset="-127"/>
              </a:rPr>
              <a:t>3. Cardinality</a:t>
            </a:r>
          </a:p>
        </p:txBody>
      </p:sp>
      <p:pic>
        <p:nvPicPr>
          <p:cNvPr id="71685" name="그림 2">
            <a:extLst>
              <a:ext uri="{FF2B5EF4-FFF2-40B4-BE49-F238E27FC236}">
                <a16:creationId xmlns:a16="http://schemas.microsoft.com/office/drawing/2014/main" id="{CFCEE284-B0EA-BFA7-B076-2D842527A0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0225" y="2501900"/>
            <a:ext cx="5399088" cy="3736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슬라이드 번호 개체 틀 5">
            <a:extLst>
              <a:ext uri="{FF2B5EF4-FFF2-40B4-BE49-F238E27FC236}">
                <a16:creationId xmlns:a16="http://schemas.microsoft.com/office/drawing/2014/main" id="{D3792F8D-B9E1-B877-F9C8-86168A4E949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SzPct val="110000"/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>
              <a:spcBef>
                <a:spcPct val="20000"/>
              </a:spcBef>
              <a:buChar char="–"/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fld id="{A8020D9D-4FC3-4BCE-9AD9-CD2F59D314D6}" type="slidenum">
              <a:rPr lang="en-US" altLang="ko-KR" sz="1400">
                <a:latin typeface="Arial" panose="020B0604020202020204" pitchFamily="34" charset="0"/>
                <a:ea typeface="돋움" panose="020B0600000101010101" pitchFamily="34" charset="-127"/>
              </a:rPr>
              <a:pPr>
                <a:spcBef>
                  <a:spcPct val="0"/>
                </a:spcBef>
                <a:buSzTx/>
                <a:buFontTx/>
                <a:buNone/>
              </a:pPr>
              <a:t>35</a:t>
            </a:fld>
            <a:endParaRPr lang="en-US" altLang="ko-KR" sz="1400">
              <a:latin typeface="Arial" panose="020B0604020202020204" pitchFamily="34" charset="0"/>
              <a:ea typeface="돋움" panose="020B0600000101010101" pitchFamily="34" charset="-127"/>
            </a:endParaRPr>
          </a:p>
        </p:txBody>
      </p:sp>
      <p:sp>
        <p:nvSpPr>
          <p:cNvPr id="73731" name="Rectangle 3">
            <a:extLst>
              <a:ext uri="{FF2B5EF4-FFF2-40B4-BE49-F238E27FC236}">
                <a16:creationId xmlns:a16="http://schemas.microsoft.com/office/drawing/2014/main" id="{D1A3B99D-E34B-126C-F492-38F161DBD8A1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381000" y="1600200"/>
            <a:ext cx="8237538" cy="4724400"/>
          </a:xfrm>
        </p:spPr>
        <p:txBody>
          <a:bodyPr/>
          <a:lstStyle/>
          <a:p>
            <a:pPr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q"/>
            </a:pPr>
            <a:r>
              <a:rPr lang="en-US" altLang="ko-KR" sz="2000" b="1">
                <a:latin typeface="함초롬바탕" pitchFamily="18" charset="-127"/>
                <a:ea typeface="함초롬바탕" pitchFamily="18" charset="-127"/>
              </a:rPr>
              <a:t>Example of 1:1 relationship</a:t>
            </a:r>
          </a:p>
          <a:p>
            <a:pPr lvl="1" eaLnBrk="1" hangingPunct="1">
              <a:lnSpc>
                <a:spcPct val="14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ko-KR" sz="1600" b="1">
                <a:latin typeface="함초롬바탕" pitchFamily="18" charset="-127"/>
                <a:ea typeface="함초롬바탕" pitchFamily="18" charset="-127"/>
              </a:rPr>
              <a:t>A person has only one passport and a passport is given to one person</a:t>
            </a:r>
          </a:p>
          <a:p>
            <a:pPr lvl="1" eaLnBrk="1" hangingPunct="1">
              <a:lnSpc>
                <a:spcPct val="14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altLang="ko-KR" sz="1600" b="1">
              <a:latin typeface="함초롬바탕" pitchFamily="18" charset="-127"/>
              <a:ea typeface="함초롬바탕" pitchFamily="18" charset="-127"/>
            </a:endParaRPr>
          </a:p>
          <a:p>
            <a:pPr lvl="1" eaLnBrk="1" hangingPunct="1">
              <a:lnSpc>
                <a:spcPct val="14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altLang="ko-KR" sz="1600" b="1">
              <a:latin typeface="함초롬바탕" pitchFamily="18" charset="-127"/>
              <a:ea typeface="함초롬바탕" pitchFamily="18" charset="-127"/>
            </a:endParaRPr>
          </a:p>
          <a:p>
            <a:pPr lvl="1" eaLnBrk="1" hangingPunct="1">
              <a:lnSpc>
                <a:spcPct val="14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altLang="ko-KR" sz="1600" b="1">
              <a:latin typeface="함초롬바탕" pitchFamily="18" charset="-127"/>
              <a:ea typeface="함초롬바탕" pitchFamily="18" charset="-127"/>
            </a:endParaRPr>
          </a:p>
          <a:p>
            <a:pPr lvl="1" eaLnBrk="1" hangingPunct="1">
              <a:lnSpc>
                <a:spcPct val="14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altLang="ko-KR" sz="1600" b="1">
              <a:latin typeface="함초롬바탕" pitchFamily="18" charset="-127"/>
              <a:ea typeface="함초롬바탕" pitchFamily="18" charset="-127"/>
            </a:endParaRPr>
          </a:p>
          <a:p>
            <a:pPr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q"/>
            </a:pPr>
            <a:r>
              <a:rPr lang="en-US" altLang="ko-KR" sz="2000" b="1">
                <a:latin typeface="함초롬바탕" pitchFamily="18" charset="-127"/>
                <a:ea typeface="함초롬바탕" pitchFamily="18" charset="-127"/>
              </a:rPr>
              <a:t>Example of 1:M relationship</a:t>
            </a:r>
          </a:p>
          <a:p>
            <a:pPr lvl="1" eaLnBrk="1" hangingPunct="1">
              <a:lnSpc>
                <a:spcPct val="14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ko-KR" sz="1600" b="1">
                <a:latin typeface="함초롬바탕" pitchFamily="18" charset="-127"/>
                <a:ea typeface="함초롬바탕" pitchFamily="18" charset="-127"/>
              </a:rPr>
              <a:t>A customer can place many orders but an order cannot be placed by many customers</a:t>
            </a:r>
          </a:p>
        </p:txBody>
      </p:sp>
      <p:sp>
        <p:nvSpPr>
          <p:cNvPr id="73732" name="Rectangle 2">
            <a:extLst>
              <a:ext uri="{FF2B5EF4-FFF2-40B4-BE49-F238E27FC236}">
                <a16:creationId xmlns:a16="http://schemas.microsoft.com/office/drawing/2014/main" id="{0290991C-61B3-FE7E-F61B-D1CDE3327F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8163" y="533400"/>
            <a:ext cx="5527675" cy="685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SzPct val="110000"/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>
              <a:spcBef>
                <a:spcPct val="20000"/>
              </a:spcBef>
              <a:buChar char="–"/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 algn="ctr" eaLnBrk="1" latinLnBrk="1" hangingPunct="1">
              <a:spcBef>
                <a:spcPct val="0"/>
              </a:spcBef>
              <a:buSzTx/>
              <a:buFontTx/>
              <a:buNone/>
            </a:pPr>
            <a:r>
              <a:rPr lang="en-US" altLang="ko-KR" sz="3000" b="1">
                <a:solidFill>
                  <a:srgbClr val="0000FF"/>
                </a:solidFill>
                <a:latin typeface="함초롬바탕" pitchFamily="18" charset="-127"/>
                <a:ea typeface="함초롬바탕" pitchFamily="18" charset="-127"/>
              </a:rPr>
              <a:t>3. Cardinality</a:t>
            </a:r>
          </a:p>
        </p:txBody>
      </p:sp>
      <p:pic>
        <p:nvPicPr>
          <p:cNvPr id="73733" name="그림 1">
            <a:extLst>
              <a:ext uri="{FF2B5EF4-FFF2-40B4-BE49-F238E27FC236}">
                <a16:creationId xmlns:a16="http://schemas.microsoft.com/office/drawing/2014/main" id="{A04A8E10-E5CD-8908-72B2-F6C5A7D069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2682875"/>
            <a:ext cx="5181600" cy="981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3734" name="그림 2">
            <a:extLst>
              <a:ext uri="{FF2B5EF4-FFF2-40B4-BE49-F238E27FC236}">
                <a16:creationId xmlns:a16="http://schemas.microsoft.com/office/drawing/2014/main" id="{8806DBB5-BB43-63BF-4C4C-CE3BE3DB602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5488" y="5081588"/>
            <a:ext cx="5010150" cy="904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슬라이드 번호 개체 틀 5">
            <a:extLst>
              <a:ext uri="{FF2B5EF4-FFF2-40B4-BE49-F238E27FC236}">
                <a16:creationId xmlns:a16="http://schemas.microsoft.com/office/drawing/2014/main" id="{E708D60A-C3E3-B521-3524-069F3E8E0F7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SzPct val="110000"/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>
              <a:spcBef>
                <a:spcPct val="20000"/>
              </a:spcBef>
              <a:buChar char="–"/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fld id="{A049BD2D-2891-47EE-9BA3-E6BFE80915E4}" type="slidenum">
              <a:rPr lang="en-US" altLang="ko-KR" sz="1400">
                <a:latin typeface="Arial" panose="020B0604020202020204" pitchFamily="34" charset="0"/>
                <a:ea typeface="돋움" panose="020B0600000101010101" pitchFamily="34" charset="-127"/>
              </a:rPr>
              <a:pPr>
                <a:spcBef>
                  <a:spcPct val="0"/>
                </a:spcBef>
                <a:buSzTx/>
                <a:buFontTx/>
                <a:buNone/>
              </a:pPr>
              <a:t>36</a:t>
            </a:fld>
            <a:endParaRPr lang="en-US" altLang="ko-KR" sz="1400">
              <a:latin typeface="Arial" panose="020B0604020202020204" pitchFamily="34" charset="0"/>
              <a:ea typeface="돋움" panose="020B0600000101010101" pitchFamily="34" charset="-127"/>
            </a:endParaRPr>
          </a:p>
        </p:txBody>
      </p:sp>
      <p:sp>
        <p:nvSpPr>
          <p:cNvPr id="75779" name="Rectangle 3">
            <a:extLst>
              <a:ext uri="{FF2B5EF4-FFF2-40B4-BE49-F238E27FC236}">
                <a16:creationId xmlns:a16="http://schemas.microsoft.com/office/drawing/2014/main" id="{8EC23430-8068-2EC1-E20D-1AF3CB887148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381000" y="1600200"/>
            <a:ext cx="8237538" cy="4724400"/>
          </a:xfrm>
        </p:spPr>
        <p:txBody>
          <a:bodyPr/>
          <a:lstStyle/>
          <a:p>
            <a:pPr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q"/>
            </a:pPr>
            <a:r>
              <a:rPr lang="en-US" altLang="ko-KR" sz="2000" b="1">
                <a:latin typeface="함초롬바탕" pitchFamily="18" charset="-127"/>
                <a:ea typeface="함초롬바탕" pitchFamily="18" charset="-127"/>
              </a:rPr>
              <a:t>Example of M:M relationship</a:t>
            </a:r>
          </a:p>
          <a:p>
            <a:pPr lvl="1" eaLnBrk="1" hangingPunct="1">
              <a:lnSpc>
                <a:spcPct val="14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ko-KR" sz="1600" b="1">
                <a:latin typeface="함초롬바탕" pitchFamily="18" charset="-127"/>
                <a:ea typeface="함초롬바탕" pitchFamily="18" charset="-127"/>
              </a:rPr>
              <a:t>A student can be assigned to many projects and a project can be assigned to many students</a:t>
            </a:r>
          </a:p>
          <a:p>
            <a:pPr lvl="1" eaLnBrk="1" hangingPunct="1">
              <a:lnSpc>
                <a:spcPct val="14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altLang="ko-KR" sz="1600" b="1">
              <a:latin typeface="함초롬바탕" pitchFamily="18" charset="-127"/>
              <a:ea typeface="함초롬바탕" pitchFamily="18" charset="-127"/>
            </a:endParaRPr>
          </a:p>
          <a:p>
            <a:pPr lvl="1" eaLnBrk="1" hangingPunct="1">
              <a:lnSpc>
                <a:spcPct val="14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altLang="ko-KR" sz="1600" b="1">
              <a:latin typeface="함초롬바탕" pitchFamily="18" charset="-127"/>
              <a:ea typeface="함초롬바탕" pitchFamily="18" charset="-127"/>
            </a:endParaRPr>
          </a:p>
          <a:p>
            <a:pPr lvl="1" eaLnBrk="1" hangingPunct="1">
              <a:lnSpc>
                <a:spcPct val="14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altLang="ko-KR" sz="1600" b="1">
              <a:latin typeface="함초롬바탕" pitchFamily="18" charset="-127"/>
              <a:ea typeface="함초롬바탕" pitchFamily="18" charset="-127"/>
            </a:endParaRPr>
          </a:p>
        </p:txBody>
      </p:sp>
      <p:sp>
        <p:nvSpPr>
          <p:cNvPr id="75780" name="Rectangle 2">
            <a:extLst>
              <a:ext uri="{FF2B5EF4-FFF2-40B4-BE49-F238E27FC236}">
                <a16:creationId xmlns:a16="http://schemas.microsoft.com/office/drawing/2014/main" id="{B661D65B-CEB3-27A1-A044-E41ACB0FF9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8163" y="533400"/>
            <a:ext cx="5527675" cy="685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SzPct val="110000"/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>
              <a:spcBef>
                <a:spcPct val="20000"/>
              </a:spcBef>
              <a:buChar char="–"/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 algn="ctr" eaLnBrk="1" latinLnBrk="1" hangingPunct="1">
              <a:spcBef>
                <a:spcPct val="0"/>
              </a:spcBef>
              <a:buSzTx/>
              <a:buFontTx/>
              <a:buNone/>
            </a:pPr>
            <a:r>
              <a:rPr lang="en-US" altLang="ko-KR" sz="3000" b="1">
                <a:solidFill>
                  <a:srgbClr val="0000FF"/>
                </a:solidFill>
                <a:latin typeface="함초롬바탕" pitchFamily="18" charset="-127"/>
                <a:ea typeface="함초롬바탕" pitchFamily="18" charset="-127"/>
              </a:rPr>
              <a:t>3. Cardinality</a:t>
            </a:r>
          </a:p>
        </p:txBody>
      </p:sp>
      <p:pic>
        <p:nvPicPr>
          <p:cNvPr id="75781" name="그림 3">
            <a:extLst>
              <a:ext uri="{FF2B5EF4-FFF2-40B4-BE49-F238E27FC236}">
                <a16:creationId xmlns:a16="http://schemas.microsoft.com/office/drawing/2014/main" id="{72BF4862-995F-42FA-80A8-3D118B45C5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8825" y="3067050"/>
            <a:ext cx="5086350" cy="1009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슬라이드 번호 개체 틀 5">
            <a:extLst>
              <a:ext uri="{FF2B5EF4-FFF2-40B4-BE49-F238E27FC236}">
                <a16:creationId xmlns:a16="http://schemas.microsoft.com/office/drawing/2014/main" id="{FC763255-6FCE-FF94-1F99-CBCE471C08B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SzPct val="110000"/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>
              <a:spcBef>
                <a:spcPct val="20000"/>
              </a:spcBef>
              <a:buChar char="–"/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fld id="{0A7E1D5C-4E94-4D12-851B-24EDB93FF9A4}" type="slidenum">
              <a:rPr lang="en-US" altLang="ko-KR" sz="1400">
                <a:latin typeface="Arial" panose="020B0604020202020204" pitchFamily="34" charset="0"/>
                <a:ea typeface="돋움" panose="020B0600000101010101" pitchFamily="34" charset="-127"/>
              </a:rPr>
              <a:pPr>
                <a:spcBef>
                  <a:spcPct val="0"/>
                </a:spcBef>
                <a:buSzTx/>
                <a:buFontTx/>
                <a:buNone/>
              </a:pPr>
              <a:t>37</a:t>
            </a:fld>
            <a:endParaRPr lang="en-US" altLang="ko-KR" sz="1400">
              <a:latin typeface="Arial" panose="020B0604020202020204" pitchFamily="34" charset="0"/>
              <a:ea typeface="돋움" panose="020B0600000101010101" pitchFamily="34" charset="-127"/>
            </a:endParaRPr>
          </a:p>
        </p:txBody>
      </p:sp>
      <p:sp>
        <p:nvSpPr>
          <p:cNvPr id="77827" name="Rectangle 3">
            <a:extLst>
              <a:ext uri="{FF2B5EF4-FFF2-40B4-BE49-F238E27FC236}">
                <a16:creationId xmlns:a16="http://schemas.microsoft.com/office/drawing/2014/main" id="{010E6A46-6B71-CAB2-AC43-84E076DDCB4C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381000" y="1600200"/>
            <a:ext cx="8361363" cy="4724400"/>
          </a:xfrm>
        </p:spPr>
        <p:txBody>
          <a:bodyPr/>
          <a:lstStyle/>
          <a:p>
            <a:pPr algn="just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q"/>
            </a:pPr>
            <a:r>
              <a:rPr lang="en-US" altLang="ko-KR" sz="1800" b="1"/>
              <a:t> </a:t>
            </a:r>
            <a:r>
              <a:rPr lang="en-US" altLang="ko-KR" sz="1800" b="1">
                <a:latin typeface="함초롬바탕" pitchFamily="18" charset="-127"/>
                <a:ea typeface="함초롬바탕" pitchFamily="18" charset="-127"/>
              </a:rPr>
              <a:t>Role</a:t>
            </a:r>
          </a:p>
          <a:p>
            <a:pPr lvl="1" algn="just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en-US" altLang="ko-KR" b="1">
                <a:latin typeface="함초롬바탕" pitchFamily="18" charset="-127"/>
                <a:ea typeface="함초롬바탕" pitchFamily="18" charset="-127"/>
              </a:rPr>
              <a:t>Used to clarify the meaning of the relationship type</a:t>
            </a:r>
          </a:p>
          <a:p>
            <a:pPr lvl="1" algn="just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en-US" altLang="ko-KR" b="1">
                <a:latin typeface="함초롬바탕" pitchFamily="18" charset="-127"/>
                <a:ea typeface="함초롬바탕" pitchFamily="18" charset="-127"/>
              </a:rPr>
              <a:t>In particular, if an entity type appears multiple times in a relationship type, the role must be indicated.</a:t>
            </a:r>
          </a:p>
          <a:p>
            <a:pPr lvl="1" algn="just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en-US" altLang="ko-KR" b="1">
                <a:latin typeface="함초롬바탕" pitchFamily="18" charset="-127"/>
                <a:ea typeface="함초롬바탕" pitchFamily="18" charset="-127"/>
              </a:rPr>
              <a:t>Display above edges of relationship type</a:t>
            </a:r>
          </a:p>
        </p:txBody>
      </p:sp>
      <p:pic>
        <p:nvPicPr>
          <p:cNvPr id="77828" name="Picture 5">
            <a:extLst>
              <a:ext uri="{FF2B5EF4-FFF2-40B4-BE49-F238E27FC236}">
                <a16:creationId xmlns:a16="http://schemas.microsoft.com/office/drawing/2014/main" id="{A73FF363-E8FC-E9D7-6078-63F2224C4CDA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373563" y="3798888"/>
            <a:ext cx="4359275" cy="2525712"/>
          </a:xfrm>
          <a:noFill/>
          <a:ln w="6350" cap="flat">
            <a:solidFill>
              <a:srgbClr val="3366FF"/>
            </a:solidFill>
            <a:miter lim="800000"/>
            <a:headEnd/>
            <a:tailEnd/>
          </a:ln>
        </p:spPr>
      </p:pic>
      <p:sp>
        <p:nvSpPr>
          <p:cNvPr id="77829" name="Rectangle 2">
            <a:extLst>
              <a:ext uri="{FF2B5EF4-FFF2-40B4-BE49-F238E27FC236}">
                <a16:creationId xmlns:a16="http://schemas.microsoft.com/office/drawing/2014/main" id="{69089535-3F39-E314-6ABC-C432CC0D1A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8163" y="533400"/>
            <a:ext cx="5527675" cy="685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SzPct val="110000"/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>
              <a:spcBef>
                <a:spcPct val="20000"/>
              </a:spcBef>
              <a:buChar char="–"/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 algn="ctr" eaLnBrk="1" latinLnBrk="1" hangingPunct="1">
              <a:spcBef>
                <a:spcPct val="0"/>
              </a:spcBef>
              <a:buSzTx/>
              <a:buFontTx/>
              <a:buNone/>
            </a:pPr>
            <a:r>
              <a:rPr lang="en-US" altLang="ko-KR" sz="3000" b="1">
                <a:solidFill>
                  <a:srgbClr val="0000FF"/>
                </a:solidFill>
                <a:latin typeface="함초롬바탕" pitchFamily="18" charset="-127"/>
                <a:ea typeface="함초롬바탕" pitchFamily="18" charset="-127"/>
              </a:rPr>
              <a:t>3. Cardinality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슬라이드 번호 개체 틀 5">
            <a:extLst>
              <a:ext uri="{FF2B5EF4-FFF2-40B4-BE49-F238E27FC236}">
                <a16:creationId xmlns:a16="http://schemas.microsoft.com/office/drawing/2014/main" id="{6CFD845E-CEE2-C0DA-DDD5-F4E6C358B8D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SzPct val="110000"/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>
              <a:spcBef>
                <a:spcPct val="20000"/>
              </a:spcBef>
              <a:buChar char="–"/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fld id="{0648A0B8-D01A-4F2D-B3BD-EA4259F4CED5}" type="slidenum">
              <a:rPr lang="en-US" altLang="ko-KR" sz="1400">
                <a:latin typeface="Arial" panose="020B0604020202020204" pitchFamily="34" charset="0"/>
                <a:ea typeface="돋움" panose="020B0600000101010101" pitchFamily="34" charset="-127"/>
              </a:rPr>
              <a:pPr>
                <a:spcBef>
                  <a:spcPct val="0"/>
                </a:spcBef>
                <a:buSzTx/>
                <a:buFontTx/>
                <a:buNone/>
              </a:pPr>
              <a:t>38</a:t>
            </a:fld>
            <a:endParaRPr lang="en-US" altLang="ko-KR" sz="1400">
              <a:latin typeface="Arial" panose="020B0604020202020204" pitchFamily="34" charset="0"/>
              <a:ea typeface="돋움" panose="020B0600000101010101" pitchFamily="34" charset="-127"/>
            </a:endParaRPr>
          </a:p>
        </p:txBody>
      </p:sp>
      <p:sp>
        <p:nvSpPr>
          <p:cNvPr id="79875" name="Rectangle 2">
            <a:extLst>
              <a:ext uri="{FF2B5EF4-FFF2-40B4-BE49-F238E27FC236}">
                <a16:creationId xmlns:a16="http://schemas.microsoft.com/office/drawing/2014/main" id="{711C36EE-802D-FCA2-4398-93DA3734E9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3450" y="533400"/>
            <a:ext cx="4527550" cy="685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SzPct val="110000"/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>
              <a:spcBef>
                <a:spcPct val="20000"/>
              </a:spcBef>
              <a:buChar char="–"/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 algn="ctr" eaLnBrk="1" latinLnBrk="1" hangingPunct="1">
              <a:spcBef>
                <a:spcPct val="0"/>
              </a:spcBef>
              <a:buSzTx/>
              <a:buFontTx/>
              <a:buNone/>
            </a:pPr>
            <a:r>
              <a:rPr lang="en-US" altLang="ko-KR" sz="3000" b="1">
                <a:solidFill>
                  <a:srgbClr val="0000FF"/>
                </a:solidFill>
                <a:latin typeface="함초롬바탕" pitchFamily="18" charset="-127"/>
                <a:ea typeface="함초롬바탕" pitchFamily="18" charset="-127"/>
              </a:rPr>
              <a:t>5.2 ER </a:t>
            </a:r>
            <a:r>
              <a:rPr lang="ko-KR" altLang="en-US" sz="3000" b="1">
                <a:solidFill>
                  <a:srgbClr val="0000FF"/>
                </a:solidFill>
                <a:latin typeface="함초롬바탕" pitchFamily="18" charset="-127"/>
                <a:ea typeface="함초롬바탕" pitchFamily="18" charset="-127"/>
              </a:rPr>
              <a:t>모델</a:t>
            </a:r>
            <a:r>
              <a:rPr lang="en-US" altLang="ko-KR" sz="3000" b="1">
                <a:solidFill>
                  <a:srgbClr val="0000FF"/>
                </a:solidFill>
                <a:latin typeface="함초롬바탕" pitchFamily="18" charset="-127"/>
                <a:ea typeface="함초롬바탕" pitchFamily="18" charset="-127"/>
              </a:rPr>
              <a:t>(</a:t>
            </a:r>
            <a:r>
              <a:rPr lang="ko-KR" altLang="en-US" sz="3000" b="1">
                <a:solidFill>
                  <a:srgbClr val="0000FF"/>
                </a:solidFill>
                <a:latin typeface="함초롬바탕" pitchFamily="18" charset="-127"/>
                <a:ea typeface="함초롬바탕" pitchFamily="18" charset="-127"/>
              </a:rPr>
              <a:t>계속</a:t>
            </a:r>
            <a:r>
              <a:rPr lang="en-US" altLang="ko-KR" sz="3000" b="1">
                <a:solidFill>
                  <a:srgbClr val="0000FF"/>
                </a:solidFill>
                <a:latin typeface="함초롬바탕" pitchFamily="18" charset="-127"/>
                <a:ea typeface="함초롬바탕" pitchFamily="18" charset="-127"/>
              </a:rPr>
              <a:t>)</a:t>
            </a:r>
          </a:p>
        </p:txBody>
      </p:sp>
      <p:sp>
        <p:nvSpPr>
          <p:cNvPr id="79876" name="Rectangle 3">
            <a:extLst>
              <a:ext uri="{FF2B5EF4-FFF2-40B4-BE49-F238E27FC236}">
                <a16:creationId xmlns:a16="http://schemas.microsoft.com/office/drawing/2014/main" id="{B216F2DF-D029-CCDE-950A-978432D2C184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381000" y="1600200"/>
            <a:ext cx="8361363" cy="4724400"/>
          </a:xfrm>
        </p:spPr>
        <p:txBody>
          <a:bodyPr/>
          <a:lstStyle/>
          <a:p>
            <a:pPr algn="just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q"/>
            </a:pPr>
            <a:r>
              <a:rPr lang="en-US" altLang="ko-KR" sz="1800" b="1"/>
              <a:t>Multiple relations</a:t>
            </a:r>
          </a:p>
          <a:p>
            <a:pPr lvl="1" algn="just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en-US" altLang="ko-KR" b="1">
                <a:latin typeface="함초롬바탕" pitchFamily="18" charset="-127"/>
                <a:ea typeface="함초롬바탕" pitchFamily="18" charset="-127"/>
              </a:rPr>
              <a:t>More than one relation type can exist between two entity types</a:t>
            </a:r>
          </a:p>
        </p:txBody>
      </p:sp>
      <p:pic>
        <p:nvPicPr>
          <p:cNvPr id="79877" name="Picture 8">
            <a:extLst>
              <a:ext uri="{FF2B5EF4-FFF2-40B4-BE49-F238E27FC236}">
                <a16:creationId xmlns:a16="http://schemas.microsoft.com/office/drawing/2014/main" id="{F7C94CB5-D48E-27A7-76A0-EF9CC551CF7E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500188" y="2765425"/>
            <a:ext cx="5997575" cy="3379788"/>
          </a:xfrm>
          <a:noFill/>
          <a:ln w="6350" cap="flat">
            <a:solidFill>
              <a:srgbClr val="3366FF"/>
            </a:solidFill>
            <a:miter lim="800000"/>
            <a:headEnd/>
            <a:tailEnd/>
          </a:ln>
        </p:spPr>
      </p:pic>
      <p:sp>
        <p:nvSpPr>
          <p:cNvPr id="79878" name="Rectangle 2">
            <a:extLst>
              <a:ext uri="{FF2B5EF4-FFF2-40B4-BE49-F238E27FC236}">
                <a16:creationId xmlns:a16="http://schemas.microsoft.com/office/drawing/2014/main" id="{2FAED8C7-D55E-7CDB-EB62-4E481966F4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8163" y="533400"/>
            <a:ext cx="5527675" cy="685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SzPct val="110000"/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>
              <a:spcBef>
                <a:spcPct val="20000"/>
              </a:spcBef>
              <a:buChar char="–"/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 algn="ctr" eaLnBrk="1" latinLnBrk="1" hangingPunct="1">
              <a:spcBef>
                <a:spcPct val="0"/>
              </a:spcBef>
              <a:buSzTx/>
              <a:buFontTx/>
              <a:buNone/>
            </a:pPr>
            <a:r>
              <a:rPr lang="en-US" altLang="ko-KR" sz="3000" b="1">
                <a:solidFill>
                  <a:srgbClr val="0000FF"/>
                </a:solidFill>
                <a:latin typeface="함초롬바탕" pitchFamily="18" charset="-127"/>
                <a:ea typeface="함초롬바탕" pitchFamily="18" charset="-127"/>
              </a:rPr>
              <a:t>3. Cardinality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슬라이드 번호 개체 틀 5">
            <a:extLst>
              <a:ext uri="{FF2B5EF4-FFF2-40B4-BE49-F238E27FC236}">
                <a16:creationId xmlns:a16="http://schemas.microsoft.com/office/drawing/2014/main" id="{6FBF10D0-6D7F-8D8E-4CC3-08148B2C11D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SzPct val="110000"/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>
              <a:spcBef>
                <a:spcPct val="20000"/>
              </a:spcBef>
              <a:buChar char="–"/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fld id="{168A3CAB-7FE7-4B14-817E-62D360F202A2}" type="slidenum">
              <a:rPr lang="en-US" altLang="ko-KR" sz="1400">
                <a:latin typeface="Arial" panose="020B0604020202020204" pitchFamily="34" charset="0"/>
                <a:ea typeface="돋움" panose="020B0600000101010101" pitchFamily="34" charset="-127"/>
              </a:rPr>
              <a:pPr>
                <a:spcBef>
                  <a:spcPct val="0"/>
                </a:spcBef>
                <a:buSzTx/>
                <a:buFontTx/>
                <a:buNone/>
              </a:pPr>
              <a:t>39</a:t>
            </a:fld>
            <a:endParaRPr lang="en-US" altLang="ko-KR" sz="1400">
              <a:latin typeface="Arial" panose="020B0604020202020204" pitchFamily="34" charset="0"/>
              <a:ea typeface="돋움" panose="020B0600000101010101" pitchFamily="34" charset="-127"/>
            </a:endParaRPr>
          </a:p>
        </p:txBody>
      </p:sp>
      <p:sp>
        <p:nvSpPr>
          <p:cNvPr id="81923" name="Rectangle 2">
            <a:extLst>
              <a:ext uri="{FF2B5EF4-FFF2-40B4-BE49-F238E27FC236}">
                <a16:creationId xmlns:a16="http://schemas.microsoft.com/office/drawing/2014/main" id="{55AF79CA-A31E-4171-73FC-109E2F1E47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3450" y="533400"/>
            <a:ext cx="4527550" cy="685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SzPct val="110000"/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>
              <a:spcBef>
                <a:spcPct val="20000"/>
              </a:spcBef>
              <a:buChar char="–"/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 algn="ctr" eaLnBrk="1" latinLnBrk="1" hangingPunct="1">
              <a:spcBef>
                <a:spcPct val="0"/>
              </a:spcBef>
              <a:buSzTx/>
              <a:buFontTx/>
              <a:buNone/>
            </a:pPr>
            <a:r>
              <a:rPr lang="en-US" altLang="ko-KR" sz="3000" b="1">
                <a:solidFill>
                  <a:srgbClr val="0000FF"/>
                </a:solidFill>
                <a:latin typeface="함초롬바탕" pitchFamily="18" charset="-127"/>
                <a:ea typeface="함초롬바탕" pitchFamily="18" charset="-127"/>
              </a:rPr>
              <a:t>5.2 ER </a:t>
            </a:r>
            <a:r>
              <a:rPr lang="ko-KR" altLang="en-US" sz="3000" b="1">
                <a:solidFill>
                  <a:srgbClr val="0000FF"/>
                </a:solidFill>
                <a:latin typeface="함초롬바탕" pitchFamily="18" charset="-127"/>
                <a:ea typeface="함초롬바탕" pitchFamily="18" charset="-127"/>
              </a:rPr>
              <a:t>모델</a:t>
            </a:r>
            <a:r>
              <a:rPr lang="en-US" altLang="ko-KR" sz="3000" b="1">
                <a:solidFill>
                  <a:srgbClr val="0000FF"/>
                </a:solidFill>
                <a:latin typeface="함초롬바탕" pitchFamily="18" charset="-127"/>
                <a:ea typeface="함초롬바탕" pitchFamily="18" charset="-127"/>
              </a:rPr>
              <a:t>(</a:t>
            </a:r>
            <a:r>
              <a:rPr lang="ko-KR" altLang="en-US" sz="3000" b="1">
                <a:solidFill>
                  <a:srgbClr val="0000FF"/>
                </a:solidFill>
                <a:latin typeface="함초롬바탕" pitchFamily="18" charset="-127"/>
                <a:ea typeface="함초롬바탕" pitchFamily="18" charset="-127"/>
              </a:rPr>
              <a:t>계속</a:t>
            </a:r>
            <a:r>
              <a:rPr lang="en-US" altLang="ko-KR" sz="3000" b="1">
                <a:solidFill>
                  <a:srgbClr val="0000FF"/>
                </a:solidFill>
                <a:latin typeface="함초롬바탕" pitchFamily="18" charset="-127"/>
                <a:ea typeface="함초롬바탕" pitchFamily="18" charset="-127"/>
              </a:rPr>
              <a:t>)</a:t>
            </a:r>
          </a:p>
        </p:txBody>
      </p:sp>
      <p:sp>
        <p:nvSpPr>
          <p:cNvPr id="81924" name="Rectangle 3">
            <a:extLst>
              <a:ext uri="{FF2B5EF4-FFF2-40B4-BE49-F238E27FC236}">
                <a16:creationId xmlns:a16="http://schemas.microsoft.com/office/drawing/2014/main" id="{194755AF-DD6F-160C-827D-AC446DBCD80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381000" y="1600200"/>
            <a:ext cx="8386763" cy="4724400"/>
          </a:xfrm>
        </p:spPr>
        <p:txBody>
          <a:bodyPr/>
          <a:lstStyle/>
          <a:p>
            <a:pPr algn="just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q"/>
            </a:pPr>
            <a:r>
              <a:rPr lang="en-US" altLang="ko-KR" sz="1800" b="1"/>
              <a:t>Circular relation</a:t>
            </a:r>
          </a:p>
          <a:p>
            <a:pPr lvl="1" algn="just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en-US" altLang="ko-KR" sz="1600" b="1">
                <a:latin typeface="함초롬바탕" pitchFamily="18" charset="-127"/>
                <a:ea typeface="함초롬바탕" pitchFamily="18" charset="-127"/>
              </a:rPr>
              <a:t>An entity type participates more than once in the same relational type</a:t>
            </a:r>
          </a:p>
        </p:txBody>
      </p:sp>
      <p:pic>
        <p:nvPicPr>
          <p:cNvPr id="81925" name="Picture 6">
            <a:extLst>
              <a:ext uri="{FF2B5EF4-FFF2-40B4-BE49-F238E27FC236}">
                <a16:creationId xmlns:a16="http://schemas.microsoft.com/office/drawing/2014/main" id="{F491B3C7-A4F3-C6EB-F6BD-A9CF77548A60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673225" y="2778125"/>
            <a:ext cx="5222875" cy="3227388"/>
          </a:xfrm>
          <a:noFill/>
          <a:ln w="6350" cap="flat">
            <a:solidFill>
              <a:srgbClr val="3366FF"/>
            </a:solidFill>
            <a:miter lim="800000"/>
            <a:headEnd/>
            <a:tailEnd/>
          </a:ln>
        </p:spPr>
      </p:pic>
      <p:sp>
        <p:nvSpPr>
          <p:cNvPr id="81926" name="Rectangle 2">
            <a:extLst>
              <a:ext uri="{FF2B5EF4-FFF2-40B4-BE49-F238E27FC236}">
                <a16:creationId xmlns:a16="http://schemas.microsoft.com/office/drawing/2014/main" id="{693631D3-3EA8-334C-6032-82E847B6A3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3450" y="533400"/>
            <a:ext cx="4960938" cy="685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SzPct val="110000"/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>
              <a:spcBef>
                <a:spcPct val="20000"/>
              </a:spcBef>
              <a:buChar char="–"/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 algn="ctr" eaLnBrk="1" latinLnBrk="1" hangingPunct="1">
              <a:spcBef>
                <a:spcPct val="0"/>
              </a:spcBef>
              <a:buSzTx/>
              <a:buFontTx/>
              <a:buNone/>
            </a:pPr>
            <a:r>
              <a:rPr lang="en-US" altLang="ko-KR" sz="3000" b="1">
                <a:solidFill>
                  <a:srgbClr val="0000FF"/>
                </a:solidFill>
                <a:latin typeface="함초롬바탕" pitchFamily="18" charset="-127"/>
                <a:ea typeface="함초롬바탕" pitchFamily="18" charset="-127"/>
              </a:rPr>
              <a:t>5.2 ER Model (Continued)</a:t>
            </a:r>
          </a:p>
        </p:txBody>
      </p:sp>
      <p:sp>
        <p:nvSpPr>
          <p:cNvPr id="81927" name="Rectangle 2">
            <a:extLst>
              <a:ext uri="{FF2B5EF4-FFF2-40B4-BE49-F238E27FC236}">
                <a16:creationId xmlns:a16="http://schemas.microsoft.com/office/drawing/2014/main" id="{3AB25139-79F1-E3AE-DF5C-9ED2407359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8163" y="533400"/>
            <a:ext cx="5527675" cy="685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SzPct val="110000"/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>
              <a:spcBef>
                <a:spcPct val="20000"/>
              </a:spcBef>
              <a:buChar char="–"/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 algn="ctr" eaLnBrk="1" latinLnBrk="1" hangingPunct="1">
              <a:spcBef>
                <a:spcPct val="0"/>
              </a:spcBef>
              <a:buSzTx/>
              <a:buFontTx/>
              <a:buNone/>
            </a:pPr>
            <a:r>
              <a:rPr lang="en-US" altLang="ko-KR" sz="3000" b="1">
                <a:solidFill>
                  <a:srgbClr val="0000FF"/>
                </a:solidFill>
                <a:latin typeface="함초롬바탕" pitchFamily="18" charset="-127"/>
                <a:ea typeface="함초롬바탕" pitchFamily="18" charset="-127"/>
              </a:rPr>
              <a:t>3. Cardinality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56E15D-B66F-1F02-C611-29CD9512A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Participation</a:t>
            </a:r>
          </a:p>
        </p:txBody>
      </p:sp>
      <p:sp>
        <p:nvSpPr>
          <p:cNvPr id="83971" name="텍스트 개체 틀 2">
            <a:extLst>
              <a:ext uri="{FF2B5EF4-FFF2-40B4-BE49-F238E27FC236}">
                <a16:creationId xmlns:a16="http://schemas.microsoft.com/office/drawing/2014/main" id="{39926696-8657-587A-E857-5867A3AA90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Part 4</a:t>
            </a:r>
          </a:p>
        </p:txBody>
      </p:sp>
      <p:sp>
        <p:nvSpPr>
          <p:cNvPr id="83972" name="슬라이드 번호 개체 틀 3">
            <a:extLst>
              <a:ext uri="{FF2B5EF4-FFF2-40B4-BE49-F238E27FC236}">
                <a16:creationId xmlns:a16="http://schemas.microsoft.com/office/drawing/2014/main" id="{1E3322B5-C475-773D-F5D0-75E5912B848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SzPct val="110000"/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>
              <a:spcBef>
                <a:spcPct val="20000"/>
              </a:spcBef>
              <a:buChar char="–"/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fld id="{036F086A-6EDC-4688-9850-E39709953B4E}" type="slidenum">
              <a:rPr lang="en-US" altLang="ko-KR" sz="1400">
                <a:latin typeface="Arial" panose="020B0604020202020204" pitchFamily="34" charset="0"/>
                <a:ea typeface="돋움" panose="020B0600000101010101" pitchFamily="34" charset="-127"/>
              </a:rPr>
              <a:pPr>
                <a:spcBef>
                  <a:spcPct val="0"/>
                </a:spcBef>
                <a:buSzTx/>
                <a:buFontTx/>
                <a:buNone/>
              </a:pPr>
              <a:t>40</a:t>
            </a:fld>
            <a:endParaRPr lang="en-US" altLang="ko-KR" sz="1400">
              <a:latin typeface="Arial" panose="020B0604020202020204" pitchFamily="34" charset="0"/>
              <a:ea typeface="돋움" panose="020B0600000101010101" pitchFamily="34" charset="-127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슬라이드 번호 개체 틀 5">
            <a:extLst>
              <a:ext uri="{FF2B5EF4-FFF2-40B4-BE49-F238E27FC236}">
                <a16:creationId xmlns:a16="http://schemas.microsoft.com/office/drawing/2014/main" id="{B42DC365-5AAB-CC6F-BFD9-07AFB26E4C4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SzPct val="110000"/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>
              <a:spcBef>
                <a:spcPct val="20000"/>
              </a:spcBef>
              <a:buChar char="–"/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fld id="{9905E790-8565-4B04-AABB-35A9CCA9FE70}" type="slidenum">
              <a:rPr lang="en-US" altLang="ko-KR" sz="1400">
                <a:latin typeface="Arial" panose="020B0604020202020204" pitchFamily="34" charset="0"/>
                <a:ea typeface="돋움" panose="020B0600000101010101" pitchFamily="34" charset="-127"/>
              </a:rPr>
              <a:pPr>
                <a:spcBef>
                  <a:spcPct val="0"/>
                </a:spcBef>
                <a:buSzTx/>
                <a:buFontTx/>
                <a:buNone/>
              </a:pPr>
              <a:t>41</a:t>
            </a:fld>
            <a:endParaRPr lang="en-US" altLang="ko-KR" sz="1400">
              <a:latin typeface="Arial" panose="020B0604020202020204" pitchFamily="34" charset="0"/>
              <a:ea typeface="돋움" panose="020B0600000101010101" pitchFamily="34" charset="-127"/>
            </a:endParaRPr>
          </a:p>
        </p:txBody>
      </p:sp>
      <p:sp>
        <p:nvSpPr>
          <p:cNvPr id="86019" name="Rectangle 3">
            <a:extLst>
              <a:ext uri="{FF2B5EF4-FFF2-40B4-BE49-F238E27FC236}">
                <a16:creationId xmlns:a16="http://schemas.microsoft.com/office/drawing/2014/main" id="{0B5C80D7-251E-887C-1B84-854929C4C808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381000" y="1600200"/>
            <a:ext cx="8342313" cy="4724400"/>
          </a:xfrm>
        </p:spPr>
        <p:txBody>
          <a:bodyPr/>
          <a:lstStyle/>
          <a:p>
            <a:pPr algn="just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q"/>
            </a:pPr>
            <a:r>
              <a:rPr lang="en-US" altLang="ko-KR" sz="1600" b="1"/>
              <a:t>Full and partial participation</a:t>
            </a:r>
          </a:p>
          <a:p>
            <a:pPr lvl="1" algn="just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en-US" altLang="ko-KR" sz="1600" b="1">
                <a:latin typeface="함초롬바탕" pitchFamily="18" charset="-127"/>
                <a:ea typeface="함초롬바탕" pitchFamily="18" charset="-127"/>
              </a:rPr>
              <a:t>Full participation </a:t>
            </a:r>
          </a:p>
          <a:p>
            <a:pPr lvl="2" algn="just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en-US" altLang="ko-KR" sz="1400" b="1">
                <a:latin typeface="함초롬바탕" pitchFamily="18" charset="-127"/>
                <a:ea typeface="함초롬바탕" pitchFamily="18" charset="-127"/>
              </a:rPr>
              <a:t>In a relationship all entities of entity type are involved in the relationship.</a:t>
            </a:r>
          </a:p>
          <a:p>
            <a:pPr lvl="1" algn="just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endParaRPr lang="en-US" altLang="ko-KR" sz="1600" b="1">
              <a:latin typeface="함초롬바탕" pitchFamily="18" charset="-127"/>
              <a:ea typeface="함초롬바탕" pitchFamily="18" charset="-127"/>
            </a:endParaRPr>
          </a:p>
          <a:p>
            <a:pPr lvl="1" algn="just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en-US" altLang="ko-KR" sz="1600" b="1">
                <a:latin typeface="함초롬바탕" pitchFamily="18" charset="-127"/>
                <a:ea typeface="함초롬바탕" pitchFamily="18" charset="-127"/>
              </a:rPr>
              <a:t>Partial participation </a:t>
            </a:r>
          </a:p>
          <a:p>
            <a:pPr lvl="2" algn="just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en-US" altLang="ko-KR" sz="1400" b="1">
                <a:latin typeface="함초롬바탕" pitchFamily="18" charset="-127"/>
                <a:ea typeface="함초롬바탕" pitchFamily="18" charset="-127"/>
              </a:rPr>
              <a:t>Only some entities of entity type participate in a relationship</a:t>
            </a:r>
          </a:p>
          <a:p>
            <a:pPr lvl="1" algn="just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endParaRPr lang="en-US" altLang="ko-KR" sz="1600" b="1">
              <a:latin typeface="함초롬바탕" pitchFamily="18" charset="-127"/>
              <a:ea typeface="함초롬바탕" pitchFamily="18" charset="-127"/>
            </a:endParaRPr>
          </a:p>
          <a:p>
            <a:pPr lvl="1" algn="just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en-US" altLang="ko-KR" sz="1600" b="1">
                <a:latin typeface="함초롬바탕" pitchFamily="18" charset="-127"/>
                <a:ea typeface="함초롬바탕" pitchFamily="18" charset="-127"/>
              </a:rPr>
              <a:t>Full participation is represented by double solid lines in the ER diagram</a:t>
            </a:r>
          </a:p>
        </p:txBody>
      </p:sp>
      <p:pic>
        <p:nvPicPr>
          <p:cNvPr id="86020" name="Picture 5">
            <a:extLst>
              <a:ext uri="{FF2B5EF4-FFF2-40B4-BE49-F238E27FC236}">
                <a16:creationId xmlns:a16="http://schemas.microsoft.com/office/drawing/2014/main" id="{6DD8B730-8DEF-9975-B9FC-F5142E19BE81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423988" y="4654550"/>
            <a:ext cx="6254750" cy="1138238"/>
          </a:xfrm>
          <a:noFill/>
          <a:ln w="6350" cap="flat">
            <a:solidFill>
              <a:srgbClr val="3366FF"/>
            </a:solidFill>
            <a:miter lim="800000"/>
            <a:headEnd/>
            <a:tailEnd/>
          </a:ln>
        </p:spPr>
      </p:pic>
      <p:sp>
        <p:nvSpPr>
          <p:cNvPr id="86021" name="Rectangle 2">
            <a:extLst>
              <a:ext uri="{FF2B5EF4-FFF2-40B4-BE49-F238E27FC236}">
                <a16:creationId xmlns:a16="http://schemas.microsoft.com/office/drawing/2014/main" id="{13682663-C004-69A0-FCCE-A6D4CCE652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8163" y="533400"/>
            <a:ext cx="5527675" cy="685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SzPct val="110000"/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>
              <a:spcBef>
                <a:spcPct val="20000"/>
              </a:spcBef>
              <a:buChar char="–"/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 algn="ctr" eaLnBrk="1" latinLnBrk="1" hangingPunct="1">
              <a:spcBef>
                <a:spcPct val="0"/>
              </a:spcBef>
              <a:buSzTx/>
              <a:buFontTx/>
              <a:buNone/>
            </a:pPr>
            <a:r>
              <a:rPr lang="en-US" altLang="ko-KR" sz="3000" b="1">
                <a:solidFill>
                  <a:srgbClr val="0000FF"/>
                </a:solidFill>
                <a:latin typeface="함초롬바탕" pitchFamily="18" charset="-127"/>
                <a:ea typeface="함초롬바탕" pitchFamily="18" charset="-127"/>
              </a:rPr>
              <a:t>4. Participation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슬라이드 번호 개체 틀 5">
            <a:extLst>
              <a:ext uri="{FF2B5EF4-FFF2-40B4-BE49-F238E27FC236}">
                <a16:creationId xmlns:a16="http://schemas.microsoft.com/office/drawing/2014/main" id="{C1A40248-3DA8-1CDD-2CA8-CE02398A644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SzPct val="110000"/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>
              <a:spcBef>
                <a:spcPct val="20000"/>
              </a:spcBef>
              <a:buChar char="–"/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fld id="{326EB7CB-71BB-4F2F-9845-AEEDA022CAFF}" type="slidenum">
              <a:rPr lang="en-US" altLang="ko-KR" sz="1400">
                <a:latin typeface="Arial" panose="020B0604020202020204" pitchFamily="34" charset="0"/>
                <a:ea typeface="돋움" panose="020B0600000101010101" pitchFamily="34" charset="-127"/>
              </a:rPr>
              <a:pPr>
                <a:spcBef>
                  <a:spcPct val="0"/>
                </a:spcBef>
                <a:buSzTx/>
                <a:buFontTx/>
                <a:buNone/>
              </a:pPr>
              <a:t>42</a:t>
            </a:fld>
            <a:endParaRPr lang="en-US" altLang="ko-KR" sz="1400">
              <a:latin typeface="Arial" panose="020B0604020202020204" pitchFamily="34" charset="0"/>
              <a:ea typeface="돋움" panose="020B0600000101010101" pitchFamily="34" charset="-127"/>
            </a:endParaRPr>
          </a:p>
        </p:txBody>
      </p:sp>
      <p:sp>
        <p:nvSpPr>
          <p:cNvPr id="88067" name="Rectangle 3">
            <a:extLst>
              <a:ext uri="{FF2B5EF4-FFF2-40B4-BE49-F238E27FC236}">
                <a16:creationId xmlns:a16="http://schemas.microsoft.com/office/drawing/2014/main" id="{B7598FBD-D8F3-15C8-244F-83E2378EADC6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381000" y="1600200"/>
            <a:ext cx="8237538" cy="4724400"/>
          </a:xfrm>
        </p:spPr>
        <p:txBody>
          <a:bodyPr/>
          <a:lstStyle/>
          <a:p>
            <a:pPr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q"/>
            </a:pPr>
            <a:r>
              <a:rPr lang="en-US" altLang="ko-KR" sz="1800" b="1">
                <a:latin typeface="함초롬바탕" pitchFamily="18" charset="-127"/>
                <a:ea typeface="함초롬바탕" pitchFamily="18" charset="-127"/>
              </a:rPr>
              <a:t>Example</a:t>
            </a:r>
          </a:p>
        </p:txBody>
      </p:sp>
      <p:pic>
        <p:nvPicPr>
          <p:cNvPr id="88068" name="Picture 4">
            <a:extLst>
              <a:ext uri="{FF2B5EF4-FFF2-40B4-BE49-F238E27FC236}">
                <a16:creationId xmlns:a16="http://schemas.microsoft.com/office/drawing/2014/main" id="{1116CF1C-011B-0031-981D-4A0C70192CAA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35063" y="2206625"/>
            <a:ext cx="6769100" cy="4046538"/>
          </a:xfrm>
          <a:noFill/>
          <a:ln w="6350" cap="flat">
            <a:solidFill>
              <a:srgbClr val="3366FF"/>
            </a:solidFill>
            <a:miter lim="800000"/>
            <a:headEnd/>
            <a:tailEnd/>
          </a:ln>
        </p:spPr>
      </p:pic>
      <p:sp>
        <p:nvSpPr>
          <p:cNvPr id="88069" name="Rectangle 2">
            <a:extLst>
              <a:ext uri="{FF2B5EF4-FFF2-40B4-BE49-F238E27FC236}">
                <a16:creationId xmlns:a16="http://schemas.microsoft.com/office/drawing/2014/main" id="{D24DD7BC-AE98-AA57-5EBF-FFFCC7C675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8163" y="533400"/>
            <a:ext cx="5527675" cy="685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SzPct val="110000"/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>
              <a:spcBef>
                <a:spcPct val="20000"/>
              </a:spcBef>
              <a:buChar char="–"/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 algn="ctr" eaLnBrk="1" latinLnBrk="1" hangingPunct="1">
              <a:spcBef>
                <a:spcPct val="0"/>
              </a:spcBef>
              <a:buSzTx/>
              <a:buFontTx/>
              <a:buNone/>
            </a:pPr>
            <a:r>
              <a:rPr lang="en-US" altLang="ko-KR" sz="3000" b="1">
                <a:solidFill>
                  <a:srgbClr val="0000FF"/>
                </a:solidFill>
                <a:latin typeface="함초롬바탕" pitchFamily="18" charset="-127"/>
                <a:ea typeface="함초롬바탕" pitchFamily="18" charset="-127"/>
              </a:rPr>
              <a:t>4. Participation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슬라이드 번호 개체 틀 5">
            <a:extLst>
              <a:ext uri="{FF2B5EF4-FFF2-40B4-BE49-F238E27FC236}">
                <a16:creationId xmlns:a16="http://schemas.microsoft.com/office/drawing/2014/main" id="{80C5756D-E793-C8A0-4DD5-3694D2C6D5D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SzPct val="110000"/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>
              <a:spcBef>
                <a:spcPct val="20000"/>
              </a:spcBef>
              <a:buChar char="–"/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fld id="{231D2275-1F86-40BE-A46A-B624F1461461}" type="slidenum">
              <a:rPr lang="en-US" altLang="ko-KR" sz="1400">
                <a:latin typeface="Arial" panose="020B0604020202020204" pitchFamily="34" charset="0"/>
                <a:ea typeface="돋움" panose="020B0600000101010101" pitchFamily="34" charset="-127"/>
              </a:rPr>
              <a:pPr>
                <a:spcBef>
                  <a:spcPct val="0"/>
                </a:spcBef>
                <a:buSzTx/>
                <a:buFontTx/>
                <a:buNone/>
              </a:pPr>
              <a:t>43</a:t>
            </a:fld>
            <a:endParaRPr lang="en-US" altLang="ko-KR" sz="1400">
              <a:latin typeface="Arial" panose="020B0604020202020204" pitchFamily="34" charset="0"/>
              <a:ea typeface="돋움" panose="020B0600000101010101" pitchFamily="34" charset="-127"/>
            </a:endParaRPr>
          </a:p>
        </p:txBody>
      </p:sp>
      <p:sp>
        <p:nvSpPr>
          <p:cNvPr id="90115" name="Rectangle 3">
            <a:extLst>
              <a:ext uri="{FF2B5EF4-FFF2-40B4-BE49-F238E27FC236}">
                <a16:creationId xmlns:a16="http://schemas.microsoft.com/office/drawing/2014/main" id="{7A949D1A-1F15-32CD-F9AD-487B6395EE6E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381000" y="1600200"/>
            <a:ext cx="8237538" cy="4724400"/>
          </a:xfrm>
        </p:spPr>
        <p:txBody>
          <a:bodyPr/>
          <a:lstStyle/>
          <a:p>
            <a:pPr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q"/>
            </a:pPr>
            <a:r>
              <a:rPr lang="en-US" altLang="ko-KR" sz="1800" b="1">
                <a:latin typeface="함초롬바탕" pitchFamily="18" charset="-127"/>
                <a:ea typeface="함초롬바탕" pitchFamily="18" charset="-127"/>
              </a:rPr>
              <a:t>Example</a:t>
            </a:r>
          </a:p>
        </p:txBody>
      </p:sp>
      <p:sp>
        <p:nvSpPr>
          <p:cNvPr id="90116" name="Rectangle 2">
            <a:extLst>
              <a:ext uri="{FF2B5EF4-FFF2-40B4-BE49-F238E27FC236}">
                <a16:creationId xmlns:a16="http://schemas.microsoft.com/office/drawing/2014/main" id="{77B3E345-8C5B-8CEF-8578-98B577EE5E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8163" y="533400"/>
            <a:ext cx="5527675" cy="685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SzPct val="110000"/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>
              <a:spcBef>
                <a:spcPct val="20000"/>
              </a:spcBef>
              <a:buChar char="–"/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 algn="ctr" eaLnBrk="1" latinLnBrk="1" hangingPunct="1">
              <a:spcBef>
                <a:spcPct val="0"/>
              </a:spcBef>
              <a:buSzTx/>
              <a:buFontTx/>
              <a:buNone/>
            </a:pPr>
            <a:r>
              <a:rPr lang="en-US" altLang="ko-KR" sz="3000" b="1">
                <a:solidFill>
                  <a:srgbClr val="0000FF"/>
                </a:solidFill>
                <a:latin typeface="함초롬바탕" pitchFamily="18" charset="-127"/>
                <a:ea typeface="함초롬바탕" pitchFamily="18" charset="-127"/>
              </a:rPr>
              <a:t>Summary</a:t>
            </a:r>
          </a:p>
        </p:txBody>
      </p:sp>
      <p:pic>
        <p:nvPicPr>
          <p:cNvPr id="90117" name="그림 2">
            <a:extLst>
              <a:ext uri="{FF2B5EF4-FFF2-40B4-BE49-F238E27FC236}">
                <a16:creationId xmlns:a16="http://schemas.microsoft.com/office/drawing/2014/main" id="{8F661ACF-A05C-E030-D018-8B6226F017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1225" y="1706563"/>
            <a:ext cx="4781550" cy="451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5D1681-1FB1-45F6-AE88-ED061EEF3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See you next time!</a:t>
            </a:r>
          </a:p>
        </p:txBody>
      </p:sp>
      <p:sp>
        <p:nvSpPr>
          <p:cNvPr id="92163" name="텍스트 개체 틀 2">
            <a:extLst>
              <a:ext uri="{FF2B5EF4-FFF2-40B4-BE49-F238E27FC236}">
                <a16:creationId xmlns:a16="http://schemas.microsoft.com/office/drawing/2014/main" id="{2F3BF794-FCAE-BCB8-6A7F-4C758DA527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Questions?</a:t>
            </a:r>
          </a:p>
        </p:txBody>
      </p:sp>
      <p:sp>
        <p:nvSpPr>
          <p:cNvPr id="92164" name="슬라이드 번호 개체 틀 3">
            <a:extLst>
              <a:ext uri="{FF2B5EF4-FFF2-40B4-BE49-F238E27FC236}">
                <a16:creationId xmlns:a16="http://schemas.microsoft.com/office/drawing/2014/main" id="{22D48751-77E8-D9C4-7CB3-F0D56230F82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SzPct val="110000"/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>
              <a:spcBef>
                <a:spcPct val="20000"/>
              </a:spcBef>
              <a:buChar char="–"/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fld id="{6E78146A-A389-44F5-8B6B-7F29BAB1D55E}" type="slidenum">
              <a:rPr lang="en-US" altLang="ko-KR" sz="1400">
                <a:latin typeface="Arial" panose="020B0604020202020204" pitchFamily="34" charset="0"/>
                <a:ea typeface="돋움" panose="020B0600000101010101" pitchFamily="34" charset="-127"/>
              </a:rPr>
              <a:pPr>
                <a:spcBef>
                  <a:spcPct val="0"/>
                </a:spcBef>
                <a:buSzTx/>
                <a:buFontTx/>
                <a:buNone/>
              </a:pPr>
              <a:t>44</a:t>
            </a:fld>
            <a:endParaRPr lang="en-US" altLang="ko-KR" sz="1400">
              <a:latin typeface="Arial" panose="020B0604020202020204" pitchFamily="34" charset="0"/>
              <a:ea typeface="돋움" panose="020B0600000101010101" pitchFamily="34" charset="-127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zure">
  <a:themeElements>
    <a:clrScheme name="Azure 1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Azure">
      <a:majorFont>
        <a:latin typeface="Times New Roman"/>
        <a:ea typeface="돋움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3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신명조" charset="-127"/>
            <a:ea typeface="신명조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3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신명조" charset="-127"/>
            <a:ea typeface="신명조" charset="-127"/>
          </a:defRPr>
        </a:defPPr>
      </a:lstStyle>
    </a:lnDef>
  </a:objectDefaults>
  <a:extraClrSchemeLst>
    <a:extraClrScheme>
      <a:clrScheme name="Azure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zur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zure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zure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zure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zure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zure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C:\MSOffice\Templates\Presentation Designs\Azure.pot</Template>
  <TotalTime>6188</TotalTime>
  <Words>1420</Words>
  <Application>Microsoft Office PowerPoint</Application>
  <PresentationFormat>화면 슬라이드 쇼(4:3)</PresentationFormat>
  <Paragraphs>348</Paragraphs>
  <Slides>44</Slides>
  <Notes>44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44</vt:i4>
      </vt:variant>
    </vt:vector>
  </HeadingPairs>
  <TitlesOfParts>
    <vt:vector size="45" baseType="lpstr">
      <vt:lpstr>Azure</vt:lpstr>
      <vt:lpstr>Lecture 7: E-R Diagram</vt:lpstr>
      <vt:lpstr>PowerPoint 프레젠테이션</vt:lpstr>
      <vt:lpstr>What is E-R diagram?</vt:lpstr>
      <vt:lpstr>PowerPoint 프레젠테이션</vt:lpstr>
      <vt:lpstr>PowerPoint 프레젠테이션</vt:lpstr>
      <vt:lpstr>E-r Diagram components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Cardinality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Participation</vt:lpstr>
      <vt:lpstr>PowerPoint 프레젠테이션</vt:lpstr>
      <vt:lpstr>PowerPoint 프레젠테이션</vt:lpstr>
      <vt:lpstr>PowerPoint 프레젠테이션</vt:lpstr>
      <vt:lpstr>See you next time!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제목 없음</dc:title>
  <dc:creator>노웅기</dc:creator>
  <cp:lastModifiedBy>KIMGYU HYEON</cp:lastModifiedBy>
  <cp:revision>506</cp:revision>
  <cp:lastPrinted>1997-07-26T06:01:56Z</cp:lastPrinted>
  <dcterms:created xsi:type="dcterms:W3CDTF">1995-06-17T23:31:02Z</dcterms:created>
  <dcterms:modified xsi:type="dcterms:W3CDTF">2025-10-15T01:00:43Z</dcterms:modified>
</cp:coreProperties>
</file>